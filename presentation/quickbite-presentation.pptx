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A6B"/>
    <a:srgbClr val="FFA18B"/>
    <a:srgbClr val="FF7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B64E6B-7DAF-4597-8F05-51B844757FBE}" type="doc">
      <dgm:prSet loTypeId="urn:microsoft.com/office/officeart/2005/8/layout/process3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7C21304A-D699-434A-972D-8FB239AFF5AD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600" b="1" dirty="0"/>
            <a:t>About QuickBite Express</a:t>
          </a:r>
          <a:endParaRPr lang="en-IN" sz="1600" dirty="0"/>
        </a:p>
      </dgm:t>
    </dgm:pt>
    <dgm:pt modelId="{588B1510-6D2C-4B3B-89DF-4D8F5DCA7960}" type="parTrans" cxnId="{B19E1ECD-1227-43C5-9615-CB28F28BD813}">
      <dgm:prSet/>
      <dgm:spPr/>
      <dgm:t>
        <a:bodyPr/>
        <a:lstStyle/>
        <a:p>
          <a:endParaRPr lang="en-IN" sz="1300"/>
        </a:p>
      </dgm:t>
    </dgm:pt>
    <dgm:pt modelId="{1B0A9B2A-E5D2-4DEF-AF69-ADE405F28CA0}" type="sibTrans" cxnId="{B19E1ECD-1227-43C5-9615-CB28F28BD813}">
      <dgm:prSet custT="1"/>
      <dgm:spPr>
        <a:solidFill>
          <a:srgbClr val="FFA18B"/>
        </a:solidFill>
      </dgm:spPr>
      <dgm:t>
        <a:bodyPr/>
        <a:lstStyle/>
        <a:p>
          <a:endParaRPr lang="en-IN" sz="1300"/>
        </a:p>
      </dgm:t>
    </dgm:pt>
    <dgm:pt modelId="{ACCD5F65-DB87-4AE4-A45F-5E5122C1112D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Company Introduction and details</a:t>
          </a:r>
          <a:endParaRPr lang="en-IN" sz="1300" dirty="0">
            <a:solidFill>
              <a:srgbClr val="525A6B"/>
            </a:solidFill>
          </a:endParaRPr>
        </a:p>
      </dgm:t>
    </dgm:pt>
    <dgm:pt modelId="{44AF41D5-7364-41EE-97C9-8C0A3E28458A}" type="parTrans" cxnId="{1E2F8236-FA4E-4E2D-9848-6ABD59D41A41}">
      <dgm:prSet/>
      <dgm:spPr/>
      <dgm:t>
        <a:bodyPr/>
        <a:lstStyle/>
        <a:p>
          <a:endParaRPr lang="en-IN" sz="1300"/>
        </a:p>
      </dgm:t>
    </dgm:pt>
    <dgm:pt modelId="{AC2AD124-4BC5-45FD-A54A-434811692C5D}" type="sibTrans" cxnId="{1E2F8236-FA4E-4E2D-9848-6ABD59D41A41}">
      <dgm:prSet/>
      <dgm:spPr/>
      <dgm:t>
        <a:bodyPr/>
        <a:lstStyle/>
        <a:p>
          <a:endParaRPr lang="en-IN" sz="1300"/>
        </a:p>
      </dgm:t>
    </dgm:pt>
    <dgm:pt modelId="{11B9472C-E367-4B94-83B2-12FC288E5817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600" b="1" dirty="0"/>
            <a:t>Recommendations</a:t>
          </a:r>
          <a:endParaRPr lang="en-IN" sz="1600" dirty="0"/>
        </a:p>
      </dgm:t>
    </dgm:pt>
    <dgm:pt modelId="{2BE28FF7-AD5C-4E3D-8065-46445EC69852}" type="parTrans" cxnId="{2D74005B-9364-4D92-BF99-4FF581F02B65}">
      <dgm:prSet/>
      <dgm:spPr/>
      <dgm:t>
        <a:bodyPr/>
        <a:lstStyle/>
        <a:p>
          <a:endParaRPr lang="en-IN" sz="1300"/>
        </a:p>
      </dgm:t>
    </dgm:pt>
    <dgm:pt modelId="{F55B46C3-B687-4204-8812-9352248C89F9}" type="sibTrans" cxnId="{2D74005B-9364-4D92-BF99-4FF581F02B65}">
      <dgm:prSet custT="1"/>
      <dgm:spPr>
        <a:solidFill>
          <a:srgbClr val="FFA18B"/>
        </a:solidFill>
      </dgm:spPr>
      <dgm:t>
        <a:bodyPr/>
        <a:lstStyle/>
        <a:p>
          <a:endParaRPr lang="en-IN" sz="1300"/>
        </a:p>
      </dgm:t>
    </dgm:pt>
    <dgm:pt modelId="{AFD1EBEA-D4F9-4C58-9E64-D32674149F64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Root Cause Analysis &amp; Quality issues  </a:t>
          </a:r>
        </a:p>
      </dgm:t>
    </dgm:pt>
    <dgm:pt modelId="{BAB099A1-19A8-4F34-8424-20F6922574FC}" type="parTrans" cxnId="{F4176DB7-8413-4801-B4AC-EBAA542007CB}">
      <dgm:prSet/>
      <dgm:spPr/>
      <dgm:t>
        <a:bodyPr/>
        <a:lstStyle/>
        <a:p>
          <a:endParaRPr lang="en-IN" sz="1300"/>
        </a:p>
      </dgm:t>
    </dgm:pt>
    <dgm:pt modelId="{8A550CB0-D164-4449-8234-3B85E8E1DBF4}" type="sibTrans" cxnId="{F4176DB7-8413-4801-B4AC-EBAA542007CB}">
      <dgm:prSet/>
      <dgm:spPr/>
      <dgm:t>
        <a:bodyPr/>
        <a:lstStyle/>
        <a:p>
          <a:endParaRPr lang="en-IN" sz="1300"/>
        </a:p>
      </dgm:t>
    </dgm:pt>
    <dgm:pt modelId="{14E6A856-C140-42EF-9982-9995141EABDD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600" b="1" dirty="0"/>
            <a:t>Implementation Timeline </a:t>
          </a:r>
          <a:endParaRPr lang="en-IN" sz="1600" dirty="0"/>
        </a:p>
      </dgm:t>
    </dgm:pt>
    <dgm:pt modelId="{7823C254-D628-4A90-8B6C-788F07D21820}" type="parTrans" cxnId="{D527A829-CABD-4F46-8EE3-89C460DCC1E4}">
      <dgm:prSet/>
      <dgm:spPr/>
      <dgm:t>
        <a:bodyPr/>
        <a:lstStyle/>
        <a:p>
          <a:endParaRPr lang="en-IN" sz="1300"/>
        </a:p>
      </dgm:t>
    </dgm:pt>
    <dgm:pt modelId="{BBD43763-E9C5-46BC-B430-21E56FA0C495}" type="sibTrans" cxnId="{D527A829-CABD-4F46-8EE3-89C460DCC1E4}">
      <dgm:prSet/>
      <dgm:spPr/>
      <dgm:t>
        <a:bodyPr/>
        <a:lstStyle/>
        <a:p>
          <a:endParaRPr lang="en-IN" sz="1300"/>
        </a:p>
      </dgm:t>
    </dgm:pt>
    <dgm:pt modelId="{9847D6BC-335E-4EF0-BA06-CDB1529EFBB8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45-Days implementation timeline for the recommendations with targets</a:t>
          </a:r>
          <a:endParaRPr lang="en-IN" sz="1300" dirty="0">
            <a:solidFill>
              <a:srgbClr val="525A6B"/>
            </a:solidFill>
          </a:endParaRPr>
        </a:p>
      </dgm:t>
    </dgm:pt>
    <dgm:pt modelId="{6B8824A0-756B-4B44-B4C7-506EBF677E48}" type="parTrans" cxnId="{3B32566E-D33B-42E2-8B24-E57E5C881AAC}">
      <dgm:prSet/>
      <dgm:spPr/>
      <dgm:t>
        <a:bodyPr/>
        <a:lstStyle/>
        <a:p>
          <a:endParaRPr lang="en-IN" sz="1300"/>
        </a:p>
      </dgm:t>
    </dgm:pt>
    <dgm:pt modelId="{9A679181-23D1-44CF-B66C-28FA1CA8FD18}" type="sibTrans" cxnId="{3B32566E-D33B-42E2-8B24-E57E5C881AAC}">
      <dgm:prSet/>
      <dgm:spPr/>
      <dgm:t>
        <a:bodyPr/>
        <a:lstStyle/>
        <a:p>
          <a:endParaRPr lang="en-IN" sz="1300"/>
        </a:p>
      </dgm:t>
    </dgm:pt>
    <dgm:pt modelId="{89CF8457-6F8C-4472-BB68-981CD69CD3F5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600" b="1" dirty="0"/>
            <a:t>Business Insights and Findings</a:t>
          </a:r>
          <a:endParaRPr lang="en-IN" sz="1600" dirty="0"/>
        </a:p>
      </dgm:t>
    </dgm:pt>
    <dgm:pt modelId="{E8B709F5-1E4C-4F88-9D92-C7F6EB9D23E8}" type="parTrans" cxnId="{90CD300C-38C9-47D0-8FEF-8A41E1347125}">
      <dgm:prSet/>
      <dgm:spPr/>
      <dgm:t>
        <a:bodyPr/>
        <a:lstStyle/>
        <a:p>
          <a:endParaRPr lang="en-IN" sz="1300"/>
        </a:p>
      </dgm:t>
    </dgm:pt>
    <dgm:pt modelId="{B433CA13-EA94-4BE9-B273-E5D33B196F90}" type="sibTrans" cxnId="{90CD300C-38C9-47D0-8FEF-8A41E1347125}">
      <dgm:prSet custT="1"/>
      <dgm:spPr>
        <a:solidFill>
          <a:srgbClr val="FFA18B"/>
        </a:solidFill>
      </dgm:spPr>
      <dgm:t>
        <a:bodyPr/>
        <a:lstStyle/>
        <a:p>
          <a:endParaRPr lang="en-IN" sz="1300"/>
        </a:p>
      </dgm:t>
    </dgm:pt>
    <dgm:pt modelId="{7EFC3CFB-34D1-4B17-9243-299ADF1CE178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Overall decline during Crisis (vs.  Decline)</a:t>
          </a:r>
          <a:endParaRPr lang="en-IN" sz="1300" dirty="0">
            <a:solidFill>
              <a:srgbClr val="525A6B"/>
            </a:solidFill>
          </a:endParaRPr>
        </a:p>
      </dgm:t>
    </dgm:pt>
    <dgm:pt modelId="{CCB909B5-148B-45BF-8119-2C5DFFED4689}" type="parTrans" cxnId="{23FC9D52-CB35-468B-8754-322A02C6CC2A}">
      <dgm:prSet/>
      <dgm:spPr/>
      <dgm:t>
        <a:bodyPr/>
        <a:lstStyle/>
        <a:p>
          <a:endParaRPr lang="en-IN" sz="1300"/>
        </a:p>
      </dgm:t>
    </dgm:pt>
    <dgm:pt modelId="{F20E13EF-DAC5-4431-BB9F-422B9F0D847B}" type="sibTrans" cxnId="{23FC9D52-CB35-468B-8754-322A02C6CC2A}">
      <dgm:prSet/>
      <dgm:spPr/>
      <dgm:t>
        <a:bodyPr/>
        <a:lstStyle/>
        <a:p>
          <a:endParaRPr lang="en-IN" sz="1300"/>
        </a:p>
      </dgm:t>
    </dgm:pt>
    <dgm:pt modelId="{34BD572C-961A-4EDC-A6C1-AEA8CEE65142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E6645F11-1944-4625-8547-6A6890E58756}" type="parTrans" cxnId="{D18686BC-2495-4905-AE50-5D77146A44D9}">
      <dgm:prSet/>
      <dgm:spPr/>
      <dgm:t>
        <a:bodyPr/>
        <a:lstStyle/>
        <a:p>
          <a:endParaRPr lang="en-IN"/>
        </a:p>
      </dgm:t>
    </dgm:pt>
    <dgm:pt modelId="{DDC700D3-A09F-4BF0-A673-F740D98EB6F0}" type="sibTrans" cxnId="{D18686BC-2495-4905-AE50-5D77146A44D9}">
      <dgm:prSet/>
      <dgm:spPr/>
      <dgm:t>
        <a:bodyPr/>
        <a:lstStyle/>
        <a:p>
          <a:endParaRPr lang="en-IN"/>
        </a:p>
      </dgm:t>
    </dgm:pt>
    <dgm:pt modelId="{C5A93EC2-05A3-40F7-8CF1-A548B44C603C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Business Impact of Crisis</a:t>
          </a:r>
          <a:endParaRPr lang="en-IN" sz="1300" dirty="0">
            <a:solidFill>
              <a:srgbClr val="525A6B"/>
            </a:solidFill>
          </a:endParaRPr>
        </a:p>
      </dgm:t>
    </dgm:pt>
    <dgm:pt modelId="{084F54BF-2FFA-4085-AD9F-CE265E3DA13D}" type="parTrans" cxnId="{D639B238-52F6-4148-851E-2A58794B4453}">
      <dgm:prSet/>
      <dgm:spPr/>
      <dgm:t>
        <a:bodyPr/>
        <a:lstStyle/>
        <a:p>
          <a:endParaRPr lang="en-IN"/>
        </a:p>
      </dgm:t>
    </dgm:pt>
    <dgm:pt modelId="{5D0ACDBF-D750-42D8-8F38-0EEC27789F07}" type="sibTrans" cxnId="{D639B238-52F6-4148-851E-2A58794B4453}">
      <dgm:prSet/>
      <dgm:spPr/>
      <dgm:t>
        <a:bodyPr/>
        <a:lstStyle/>
        <a:p>
          <a:endParaRPr lang="en-IN"/>
        </a:p>
      </dgm:t>
    </dgm:pt>
    <dgm:pt modelId="{CD8D9075-C463-47FC-8A77-58848834660F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2BB7808D-AC2E-47E0-90F5-BE3198DEF2BF}" type="parTrans" cxnId="{095437FC-AE61-48CC-90BB-E244F3E70B8D}">
      <dgm:prSet/>
      <dgm:spPr/>
      <dgm:t>
        <a:bodyPr/>
        <a:lstStyle/>
        <a:p>
          <a:endParaRPr lang="en-IN"/>
        </a:p>
      </dgm:t>
    </dgm:pt>
    <dgm:pt modelId="{C8AFCC78-69D3-4D4C-A3B6-D9D17D0A67B7}" type="sibTrans" cxnId="{095437FC-AE61-48CC-90BB-E244F3E70B8D}">
      <dgm:prSet/>
      <dgm:spPr/>
      <dgm:t>
        <a:bodyPr/>
        <a:lstStyle/>
        <a:p>
          <a:endParaRPr lang="en-IN"/>
        </a:p>
      </dgm:t>
    </dgm:pt>
    <dgm:pt modelId="{E720CDA6-F93D-4102-AD60-C8BE4717E3AD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Top 5% Customer Analysis</a:t>
          </a:r>
          <a:endParaRPr lang="en-IN" sz="1300" dirty="0">
            <a:solidFill>
              <a:srgbClr val="525A6B"/>
            </a:solidFill>
          </a:endParaRPr>
        </a:p>
      </dgm:t>
    </dgm:pt>
    <dgm:pt modelId="{F77E4B95-CCFB-4A5D-8D17-8199B35C28C9}" type="parTrans" cxnId="{FFD00847-2B57-4C46-BA5A-2AF89BCB35EB}">
      <dgm:prSet/>
      <dgm:spPr/>
      <dgm:t>
        <a:bodyPr/>
        <a:lstStyle/>
        <a:p>
          <a:endParaRPr lang="en-IN"/>
        </a:p>
      </dgm:t>
    </dgm:pt>
    <dgm:pt modelId="{4D385C93-00D4-412F-931C-2DE025108024}" type="sibTrans" cxnId="{FFD00847-2B57-4C46-BA5A-2AF89BCB35EB}">
      <dgm:prSet/>
      <dgm:spPr/>
      <dgm:t>
        <a:bodyPr/>
        <a:lstStyle/>
        <a:p>
          <a:endParaRPr lang="en-IN"/>
        </a:p>
      </dgm:t>
    </dgm:pt>
    <dgm:pt modelId="{73FBFC65-EA36-4207-B7BB-AD9DD6CEEECF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9B3D80A6-93F0-4FF3-87C9-AB90DA2F3F12}" type="parTrans" cxnId="{F6A90F32-0DC7-4C5E-B8A6-9183A09A9B40}">
      <dgm:prSet/>
      <dgm:spPr/>
      <dgm:t>
        <a:bodyPr/>
        <a:lstStyle/>
        <a:p>
          <a:endParaRPr lang="en-IN"/>
        </a:p>
      </dgm:t>
    </dgm:pt>
    <dgm:pt modelId="{C97E60C3-435F-405F-86AA-AB2C5ACDBFF3}" type="sibTrans" cxnId="{F6A90F32-0DC7-4C5E-B8A6-9183A09A9B40}">
      <dgm:prSet/>
      <dgm:spPr/>
      <dgm:t>
        <a:bodyPr/>
        <a:lstStyle/>
        <a:p>
          <a:endParaRPr lang="en-IN"/>
        </a:p>
      </dgm:t>
    </dgm:pt>
    <dgm:pt modelId="{2B9A29B4-2559-4D28-B752-0E181C44F457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>
              <a:solidFill>
                <a:srgbClr val="525A6B"/>
              </a:solidFill>
            </a:rPr>
            <a:t>Customer Sentiment and Experience</a:t>
          </a:r>
          <a:endParaRPr lang="en-IN" sz="1300" dirty="0">
            <a:solidFill>
              <a:srgbClr val="525A6B"/>
            </a:solidFill>
          </a:endParaRPr>
        </a:p>
      </dgm:t>
    </dgm:pt>
    <dgm:pt modelId="{6736EB5E-F27E-4AB7-A0BA-3C986A56FE0F}" type="parTrans" cxnId="{AA23558A-21B9-4BE6-A30B-94DE5A0B452E}">
      <dgm:prSet/>
      <dgm:spPr/>
      <dgm:t>
        <a:bodyPr/>
        <a:lstStyle/>
        <a:p>
          <a:endParaRPr lang="en-IN"/>
        </a:p>
      </dgm:t>
    </dgm:pt>
    <dgm:pt modelId="{8AB3CB78-D32C-4FDD-AE2A-F71C4582973F}" type="sibTrans" cxnId="{AA23558A-21B9-4BE6-A30B-94DE5A0B452E}">
      <dgm:prSet/>
      <dgm:spPr/>
      <dgm:t>
        <a:bodyPr/>
        <a:lstStyle/>
        <a:p>
          <a:endParaRPr lang="en-IN"/>
        </a:p>
      </dgm:t>
    </dgm:pt>
    <dgm:pt modelId="{9D099A23-AACE-4448-AD57-6C272F1FF633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7AAB5C29-639A-4692-9B1A-78F603DC14E7}" type="parTrans" cxnId="{769173DA-8E25-4F40-BCCA-ECBC96AF885C}">
      <dgm:prSet/>
      <dgm:spPr/>
      <dgm:t>
        <a:bodyPr/>
        <a:lstStyle/>
        <a:p>
          <a:endParaRPr lang="en-IN"/>
        </a:p>
      </dgm:t>
    </dgm:pt>
    <dgm:pt modelId="{8F6770E3-36E0-4BCE-832D-21F73B3200BF}" type="sibTrans" cxnId="{769173DA-8E25-4F40-BCCA-ECBC96AF885C}">
      <dgm:prSet/>
      <dgm:spPr/>
      <dgm:t>
        <a:bodyPr/>
        <a:lstStyle/>
        <a:p>
          <a:endParaRPr lang="en-IN"/>
        </a:p>
      </dgm:t>
    </dgm:pt>
    <dgm:pt modelId="{CAA4A713-8B37-4112-81F7-1DD5B23E2589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SLA Compliance &amp; Delivery Performance</a:t>
          </a:r>
          <a:endParaRPr lang="en-IN" sz="1300" dirty="0">
            <a:solidFill>
              <a:srgbClr val="525A6B"/>
            </a:solidFill>
          </a:endParaRPr>
        </a:p>
      </dgm:t>
    </dgm:pt>
    <dgm:pt modelId="{1EC16E3F-068D-44FB-BBCA-8CDC3FE8BAA0}" type="parTrans" cxnId="{73A67FDB-0761-4FC2-AA08-7E50389E9F9C}">
      <dgm:prSet/>
      <dgm:spPr/>
      <dgm:t>
        <a:bodyPr/>
        <a:lstStyle/>
        <a:p>
          <a:endParaRPr lang="en-IN"/>
        </a:p>
      </dgm:t>
    </dgm:pt>
    <dgm:pt modelId="{A6452F60-A775-44E2-92FE-F9080AAAB700}" type="sibTrans" cxnId="{73A67FDB-0761-4FC2-AA08-7E50389E9F9C}">
      <dgm:prSet/>
      <dgm:spPr/>
      <dgm:t>
        <a:bodyPr/>
        <a:lstStyle/>
        <a:p>
          <a:endParaRPr lang="en-IN"/>
        </a:p>
      </dgm:t>
    </dgm:pt>
    <dgm:pt modelId="{9CB52BAC-C5B2-42BB-A2C9-12B33A6B34C4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ECC1A101-0C6A-42B6-9978-4A3B4BCF8298}" type="parTrans" cxnId="{6587DBBD-B88A-4A2B-BE84-0AE4857DF15F}">
      <dgm:prSet/>
      <dgm:spPr/>
      <dgm:t>
        <a:bodyPr/>
        <a:lstStyle/>
        <a:p>
          <a:endParaRPr lang="en-IN"/>
        </a:p>
      </dgm:t>
    </dgm:pt>
    <dgm:pt modelId="{95F8DD1C-E3D4-48B8-AC8C-A8316D6DAF56}" type="sibTrans" cxnId="{6587DBBD-B88A-4A2B-BE84-0AE4857DF15F}">
      <dgm:prSet/>
      <dgm:spPr/>
      <dgm:t>
        <a:bodyPr/>
        <a:lstStyle/>
        <a:p>
          <a:endParaRPr lang="en-IN"/>
        </a:p>
      </dgm:t>
    </dgm:pt>
    <dgm:pt modelId="{AFA2D336-BB49-4D7E-B08E-94E5D8F937FB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ED2A65FB-A8C0-4F76-A68B-992F13ACE9BF}" type="parTrans" cxnId="{B705DC6E-ACFC-459E-9FE4-FA262CFC4F14}">
      <dgm:prSet/>
      <dgm:spPr/>
      <dgm:t>
        <a:bodyPr/>
        <a:lstStyle/>
        <a:p>
          <a:endParaRPr lang="en-IN"/>
        </a:p>
      </dgm:t>
    </dgm:pt>
    <dgm:pt modelId="{BD2C7EA0-BF42-483E-BF56-3EFF76535D19}" type="sibTrans" cxnId="{B705DC6E-ACFC-459E-9FE4-FA262CFC4F14}">
      <dgm:prSet/>
      <dgm:spPr/>
      <dgm:t>
        <a:bodyPr/>
        <a:lstStyle/>
        <a:p>
          <a:endParaRPr lang="en-IN"/>
        </a:p>
      </dgm:t>
    </dgm:pt>
    <dgm:pt modelId="{593B28B6-2CBC-497D-A8AF-6FCCDD804785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endParaRPr lang="en-IN" sz="1300" dirty="0">
            <a:solidFill>
              <a:srgbClr val="525A6B"/>
            </a:solidFill>
          </a:endParaRPr>
        </a:p>
      </dgm:t>
    </dgm:pt>
    <dgm:pt modelId="{2E9CEF87-C1F6-4952-A6CB-4ADF87C96517}" type="parTrans" cxnId="{83C80EF3-F36B-469A-8B8C-FC57A6B6DE31}">
      <dgm:prSet/>
      <dgm:spPr/>
      <dgm:t>
        <a:bodyPr/>
        <a:lstStyle/>
        <a:p>
          <a:endParaRPr lang="en-IN"/>
        </a:p>
      </dgm:t>
    </dgm:pt>
    <dgm:pt modelId="{E1B981E0-48D1-411A-9097-5EA177E1EF29}" type="sibTrans" cxnId="{83C80EF3-F36B-469A-8B8C-FC57A6B6DE31}">
      <dgm:prSet/>
      <dgm:spPr/>
      <dgm:t>
        <a:bodyPr/>
        <a:lstStyle/>
        <a:p>
          <a:endParaRPr lang="en-IN"/>
        </a:p>
      </dgm:t>
    </dgm:pt>
    <dgm:pt modelId="{72BF698F-9E24-4EB1-82CB-1B96C950565D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 dirty="0">
              <a:solidFill>
                <a:srgbClr val="525A6B"/>
              </a:solidFill>
            </a:rPr>
            <a:t>Customer Win-back strategy</a:t>
          </a:r>
          <a:endParaRPr lang="en-IN" sz="1300" dirty="0">
            <a:solidFill>
              <a:srgbClr val="525A6B"/>
            </a:solidFill>
          </a:endParaRPr>
        </a:p>
      </dgm:t>
    </dgm:pt>
    <dgm:pt modelId="{4EEC83F5-DEC4-420E-AE6A-868D1883CE7C}" type="parTrans" cxnId="{82A57325-B7ED-48E7-BF3E-50958F5AA24F}">
      <dgm:prSet/>
      <dgm:spPr/>
      <dgm:t>
        <a:bodyPr/>
        <a:lstStyle/>
        <a:p>
          <a:endParaRPr lang="en-IN"/>
        </a:p>
      </dgm:t>
    </dgm:pt>
    <dgm:pt modelId="{AA996C51-6A23-4E38-8257-ABF06C6BD8D9}" type="sibTrans" cxnId="{82A57325-B7ED-48E7-BF3E-50958F5AA24F}">
      <dgm:prSet/>
      <dgm:spPr/>
      <dgm:t>
        <a:bodyPr/>
        <a:lstStyle/>
        <a:p>
          <a:endParaRPr lang="en-IN"/>
        </a:p>
      </dgm:t>
    </dgm:pt>
    <dgm:pt modelId="{09339E65-7756-41CD-AA77-FBD020C583A4}" type="pres">
      <dgm:prSet presAssocID="{3CB64E6B-7DAF-4597-8F05-51B844757FBE}" presName="linearFlow" presStyleCnt="0">
        <dgm:presLayoutVars>
          <dgm:dir/>
          <dgm:animLvl val="lvl"/>
          <dgm:resizeHandles val="exact"/>
        </dgm:presLayoutVars>
      </dgm:prSet>
      <dgm:spPr/>
    </dgm:pt>
    <dgm:pt modelId="{20C3A55D-45B0-4B96-8AD3-7D3B3F11090C}" type="pres">
      <dgm:prSet presAssocID="{7C21304A-D699-434A-972D-8FB239AFF5AD}" presName="composite" presStyleCnt="0"/>
      <dgm:spPr/>
    </dgm:pt>
    <dgm:pt modelId="{E6164F1A-E1A2-4CE4-B9F5-68402A8B8AC0}" type="pres">
      <dgm:prSet presAssocID="{7C21304A-D699-434A-972D-8FB239AFF5A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9B36CC2-2ABC-4DCE-A01E-D5CB0AA83454}" type="pres">
      <dgm:prSet presAssocID="{7C21304A-D699-434A-972D-8FB239AFF5AD}" presName="parSh" presStyleLbl="node1" presStyleIdx="0" presStyleCnt="4"/>
      <dgm:spPr/>
    </dgm:pt>
    <dgm:pt modelId="{DD330999-9B85-4E1A-A4D1-9348C4C2EDA6}" type="pres">
      <dgm:prSet presAssocID="{7C21304A-D699-434A-972D-8FB239AFF5AD}" presName="desTx" presStyleLbl="fgAcc1" presStyleIdx="0" presStyleCnt="4">
        <dgm:presLayoutVars>
          <dgm:bulletEnabled val="1"/>
        </dgm:presLayoutVars>
      </dgm:prSet>
      <dgm:spPr/>
    </dgm:pt>
    <dgm:pt modelId="{D9D6546D-B2E7-407D-B7A0-F53EF6ADCC4B}" type="pres">
      <dgm:prSet presAssocID="{1B0A9B2A-E5D2-4DEF-AF69-ADE405F28CA0}" presName="sibTrans" presStyleLbl="sibTrans2D1" presStyleIdx="0" presStyleCnt="3"/>
      <dgm:spPr/>
    </dgm:pt>
    <dgm:pt modelId="{1F482F44-A233-4039-9388-92899B0AF21E}" type="pres">
      <dgm:prSet presAssocID="{1B0A9B2A-E5D2-4DEF-AF69-ADE405F28CA0}" presName="connTx" presStyleLbl="sibTrans2D1" presStyleIdx="0" presStyleCnt="3"/>
      <dgm:spPr/>
    </dgm:pt>
    <dgm:pt modelId="{9FE29C0C-666F-40BA-B4C1-831B4BE3D93F}" type="pres">
      <dgm:prSet presAssocID="{89CF8457-6F8C-4472-BB68-981CD69CD3F5}" presName="composite" presStyleCnt="0"/>
      <dgm:spPr/>
    </dgm:pt>
    <dgm:pt modelId="{6BE35ED8-E296-4498-A63D-3635F2C03EF7}" type="pres">
      <dgm:prSet presAssocID="{89CF8457-6F8C-4472-BB68-981CD69CD3F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29B08F7-5BAB-488D-BF70-9C0AAB8CC153}" type="pres">
      <dgm:prSet presAssocID="{89CF8457-6F8C-4472-BB68-981CD69CD3F5}" presName="parSh" presStyleLbl="node1" presStyleIdx="1" presStyleCnt="4"/>
      <dgm:spPr/>
    </dgm:pt>
    <dgm:pt modelId="{8BF54252-4EF2-485D-86D0-8A7C795A6793}" type="pres">
      <dgm:prSet presAssocID="{89CF8457-6F8C-4472-BB68-981CD69CD3F5}" presName="desTx" presStyleLbl="fgAcc1" presStyleIdx="1" presStyleCnt="4">
        <dgm:presLayoutVars>
          <dgm:bulletEnabled val="1"/>
        </dgm:presLayoutVars>
      </dgm:prSet>
      <dgm:spPr/>
    </dgm:pt>
    <dgm:pt modelId="{54B3DCA4-10FC-40D8-A153-03451C2A41E4}" type="pres">
      <dgm:prSet presAssocID="{B433CA13-EA94-4BE9-B273-E5D33B196F90}" presName="sibTrans" presStyleLbl="sibTrans2D1" presStyleIdx="1" presStyleCnt="3"/>
      <dgm:spPr/>
    </dgm:pt>
    <dgm:pt modelId="{AD6E1B7F-078A-47F0-B347-A81129602B82}" type="pres">
      <dgm:prSet presAssocID="{B433CA13-EA94-4BE9-B273-E5D33B196F90}" presName="connTx" presStyleLbl="sibTrans2D1" presStyleIdx="1" presStyleCnt="3"/>
      <dgm:spPr/>
    </dgm:pt>
    <dgm:pt modelId="{E0E571BD-8A73-4EEF-B7B6-90CD2C2D9F02}" type="pres">
      <dgm:prSet presAssocID="{11B9472C-E367-4B94-83B2-12FC288E5817}" presName="composite" presStyleCnt="0"/>
      <dgm:spPr/>
    </dgm:pt>
    <dgm:pt modelId="{98058784-E255-488A-B6BF-BAAC3CE5A443}" type="pres">
      <dgm:prSet presAssocID="{11B9472C-E367-4B94-83B2-12FC288E5817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138292-12FB-4632-8BF4-B8EC6267D4EF}" type="pres">
      <dgm:prSet presAssocID="{11B9472C-E367-4B94-83B2-12FC288E5817}" presName="parSh" presStyleLbl="node1" presStyleIdx="2" presStyleCnt="4"/>
      <dgm:spPr/>
    </dgm:pt>
    <dgm:pt modelId="{5D8CC994-3154-473E-9895-7967F7507644}" type="pres">
      <dgm:prSet presAssocID="{11B9472C-E367-4B94-83B2-12FC288E5817}" presName="desTx" presStyleLbl="fgAcc1" presStyleIdx="2" presStyleCnt="4">
        <dgm:presLayoutVars>
          <dgm:bulletEnabled val="1"/>
        </dgm:presLayoutVars>
      </dgm:prSet>
      <dgm:spPr/>
    </dgm:pt>
    <dgm:pt modelId="{CAF9E59B-BEBD-41A9-B2B8-D8A49ED8BFF8}" type="pres">
      <dgm:prSet presAssocID="{F55B46C3-B687-4204-8812-9352248C89F9}" presName="sibTrans" presStyleLbl="sibTrans2D1" presStyleIdx="2" presStyleCnt="3"/>
      <dgm:spPr/>
    </dgm:pt>
    <dgm:pt modelId="{A2BF23E7-7BA8-41B8-B974-3F4976AAE2E0}" type="pres">
      <dgm:prSet presAssocID="{F55B46C3-B687-4204-8812-9352248C89F9}" presName="connTx" presStyleLbl="sibTrans2D1" presStyleIdx="2" presStyleCnt="3"/>
      <dgm:spPr/>
    </dgm:pt>
    <dgm:pt modelId="{86EB59AB-A31A-4C57-ADF6-C0E89B78AE49}" type="pres">
      <dgm:prSet presAssocID="{14E6A856-C140-42EF-9982-9995141EABDD}" presName="composite" presStyleCnt="0"/>
      <dgm:spPr/>
    </dgm:pt>
    <dgm:pt modelId="{E2341576-443F-4201-8FA3-C7B0ECBD39E6}" type="pres">
      <dgm:prSet presAssocID="{14E6A856-C140-42EF-9982-9995141EABDD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BB584D8-F16A-4297-B159-A8E7CAA2B9D0}" type="pres">
      <dgm:prSet presAssocID="{14E6A856-C140-42EF-9982-9995141EABDD}" presName="parSh" presStyleLbl="node1" presStyleIdx="3" presStyleCnt="4"/>
      <dgm:spPr/>
    </dgm:pt>
    <dgm:pt modelId="{66EC19BA-88FF-4B47-BC3E-FD057713035B}" type="pres">
      <dgm:prSet presAssocID="{14E6A856-C140-42EF-9982-9995141EABDD}" presName="desTx" presStyleLbl="fgAcc1" presStyleIdx="3" presStyleCnt="4">
        <dgm:presLayoutVars>
          <dgm:bulletEnabled val="1"/>
        </dgm:presLayoutVars>
      </dgm:prSet>
      <dgm:spPr/>
    </dgm:pt>
  </dgm:ptLst>
  <dgm:cxnLst>
    <dgm:cxn modelId="{462B5205-2B85-42A1-A966-5CD5CA96020C}" type="presOf" srcId="{72BF698F-9E24-4EB1-82CB-1B96C950565D}" destId="{5D8CC994-3154-473E-9895-7967F7507644}" srcOrd="0" destOrd="4" presId="urn:microsoft.com/office/officeart/2005/8/layout/process3"/>
    <dgm:cxn modelId="{90CD300C-38C9-47D0-8FEF-8A41E1347125}" srcId="{3CB64E6B-7DAF-4597-8F05-51B844757FBE}" destId="{89CF8457-6F8C-4472-BB68-981CD69CD3F5}" srcOrd="1" destOrd="0" parTransId="{E8B709F5-1E4C-4F88-9D92-C7F6EB9D23E8}" sibTransId="{B433CA13-EA94-4BE9-B273-E5D33B196F90}"/>
    <dgm:cxn modelId="{6C38670D-AF98-4277-9608-CA04A7C11BFC}" type="presOf" srcId="{F55B46C3-B687-4204-8812-9352248C89F9}" destId="{CAF9E59B-BEBD-41A9-B2B8-D8A49ED8BFF8}" srcOrd="0" destOrd="0" presId="urn:microsoft.com/office/officeart/2005/8/layout/process3"/>
    <dgm:cxn modelId="{6FE6E915-258E-4AD2-B688-D392606361E8}" type="presOf" srcId="{9847D6BC-335E-4EF0-BA06-CDB1529EFBB8}" destId="{66EC19BA-88FF-4B47-BC3E-FD057713035B}" srcOrd="0" destOrd="0" presId="urn:microsoft.com/office/officeart/2005/8/layout/process3"/>
    <dgm:cxn modelId="{F1079C1D-A74A-4CC6-B909-6EF38A9A63D1}" type="presOf" srcId="{CAA4A713-8B37-4112-81F7-1DD5B23E2589}" destId="{5D8CC994-3154-473E-9895-7967F7507644}" srcOrd="0" destOrd="2" presId="urn:microsoft.com/office/officeart/2005/8/layout/process3"/>
    <dgm:cxn modelId="{82A57325-B7ED-48E7-BF3E-50958F5AA24F}" srcId="{11B9472C-E367-4B94-83B2-12FC288E5817}" destId="{72BF698F-9E24-4EB1-82CB-1B96C950565D}" srcOrd="4" destOrd="0" parTransId="{4EEC83F5-DEC4-420E-AE6A-868D1883CE7C}" sibTransId="{AA996C51-6A23-4E38-8257-ABF06C6BD8D9}"/>
    <dgm:cxn modelId="{3FD20727-7733-42D3-8D81-5B1D0F416D4D}" type="presOf" srcId="{AFD1EBEA-D4F9-4C58-9E64-D32674149F64}" destId="{5D8CC994-3154-473E-9895-7967F7507644}" srcOrd="0" destOrd="0" presId="urn:microsoft.com/office/officeart/2005/8/layout/process3"/>
    <dgm:cxn modelId="{CBC81C29-5AC0-4A76-8848-36992F66157A}" type="presOf" srcId="{34BD572C-961A-4EDC-A6C1-AEA8CEE65142}" destId="{DD330999-9B85-4E1A-A4D1-9348C4C2EDA6}" srcOrd="0" destOrd="1" presId="urn:microsoft.com/office/officeart/2005/8/layout/process3"/>
    <dgm:cxn modelId="{D527A829-CABD-4F46-8EE3-89C460DCC1E4}" srcId="{3CB64E6B-7DAF-4597-8F05-51B844757FBE}" destId="{14E6A856-C140-42EF-9982-9995141EABDD}" srcOrd="3" destOrd="0" parTransId="{7823C254-D628-4A90-8B6C-788F07D21820}" sibTransId="{BBD43763-E9C5-46BC-B430-21E56FA0C495}"/>
    <dgm:cxn modelId="{12CDD92B-656A-4429-9E02-3CA409E9667A}" type="presOf" srcId="{73FBFC65-EA36-4207-B7BB-AD9DD6CEEECF}" destId="{8BF54252-4EF2-485D-86D0-8A7C795A6793}" srcOrd="0" destOrd="3" presId="urn:microsoft.com/office/officeart/2005/8/layout/process3"/>
    <dgm:cxn modelId="{F6A90F32-0DC7-4C5E-B8A6-9183A09A9B40}" srcId="{89CF8457-6F8C-4472-BB68-981CD69CD3F5}" destId="{73FBFC65-EA36-4207-B7BB-AD9DD6CEEECF}" srcOrd="3" destOrd="0" parTransId="{9B3D80A6-93F0-4FF3-87C9-AB90DA2F3F12}" sibTransId="{C97E60C3-435F-405F-86AA-AB2C5ACDBFF3}"/>
    <dgm:cxn modelId="{2474E633-9868-4FBF-87AD-94585C888672}" type="presOf" srcId="{B433CA13-EA94-4BE9-B273-E5D33B196F90}" destId="{54B3DCA4-10FC-40D8-A153-03451C2A41E4}" srcOrd="0" destOrd="0" presId="urn:microsoft.com/office/officeart/2005/8/layout/process3"/>
    <dgm:cxn modelId="{1E2F8236-FA4E-4E2D-9848-6ABD59D41A41}" srcId="{7C21304A-D699-434A-972D-8FB239AFF5AD}" destId="{ACCD5F65-DB87-4AE4-A45F-5E5122C1112D}" srcOrd="0" destOrd="0" parTransId="{44AF41D5-7364-41EE-97C9-8C0A3E28458A}" sibTransId="{AC2AD124-4BC5-45FD-A54A-434811692C5D}"/>
    <dgm:cxn modelId="{D639B238-52F6-4148-851E-2A58794B4453}" srcId="{7C21304A-D699-434A-972D-8FB239AFF5AD}" destId="{C5A93EC2-05A3-40F7-8CF1-A548B44C603C}" srcOrd="2" destOrd="0" parTransId="{084F54BF-2FFA-4085-AD9F-CE265E3DA13D}" sibTransId="{5D0ACDBF-D750-42D8-8F38-0EEC27789F07}"/>
    <dgm:cxn modelId="{C73C473F-7C84-4D9A-B372-8BB86C679767}" type="presOf" srcId="{B433CA13-EA94-4BE9-B273-E5D33B196F90}" destId="{AD6E1B7F-078A-47F0-B347-A81129602B82}" srcOrd="1" destOrd="0" presId="urn:microsoft.com/office/officeart/2005/8/layout/process3"/>
    <dgm:cxn modelId="{2D74005B-9364-4D92-BF99-4FF581F02B65}" srcId="{3CB64E6B-7DAF-4597-8F05-51B844757FBE}" destId="{11B9472C-E367-4B94-83B2-12FC288E5817}" srcOrd="2" destOrd="0" parTransId="{2BE28FF7-AD5C-4E3D-8065-46445EC69852}" sibTransId="{F55B46C3-B687-4204-8812-9352248C89F9}"/>
    <dgm:cxn modelId="{38110C5C-2263-402F-954E-CC52006C9F6F}" type="presOf" srcId="{C5A93EC2-05A3-40F7-8CF1-A548B44C603C}" destId="{DD330999-9B85-4E1A-A4D1-9348C4C2EDA6}" srcOrd="0" destOrd="2" presId="urn:microsoft.com/office/officeart/2005/8/layout/process3"/>
    <dgm:cxn modelId="{07760742-88D2-48C4-BAC7-1C5F1F56800B}" type="presOf" srcId="{3CB64E6B-7DAF-4597-8F05-51B844757FBE}" destId="{09339E65-7756-41CD-AA77-FBD020C583A4}" srcOrd="0" destOrd="0" presId="urn:microsoft.com/office/officeart/2005/8/layout/process3"/>
    <dgm:cxn modelId="{1940C043-AB53-4A83-998C-849F9A1C38F4}" type="presOf" srcId="{7EFC3CFB-34D1-4B17-9243-299ADF1CE178}" destId="{8BF54252-4EF2-485D-86D0-8A7C795A6793}" srcOrd="0" destOrd="0" presId="urn:microsoft.com/office/officeart/2005/8/layout/process3"/>
    <dgm:cxn modelId="{FFD00847-2B57-4C46-BA5A-2AF89BCB35EB}" srcId="{89CF8457-6F8C-4472-BB68-981CD69CD3F5}" destId="{E720CDA6-F93D-4102-AD60-C8BE4717E3AD}" srcOrd="4" destOrd="0" parTransId="{F77E4B95-CCFB-4A5D-8D17-8199B35C28C9}" sibTransId="{4D385C93-00D4-412F-931C-2DE025108024}"/>
    <dgm:cxn modelId="{97C8CC6A-5AA5-4698-B0D8-33FB8485E6AB}" type="presOf" srcId="{89CF8457-6F8C-4472-BB68-981CD69CD3F5}" destId="{6BE35ED8-E296-4498-A63D-3635F2C03EF7}" srcOrd="0" destOrd="0" presId="urn:microsoft.com/office/officeart/2005/8/layout/process3"/>
    <dgm:cxn modelId="{3B32566E-D33B-42E2-8B24-E57E5C881AAC}" srcId="{14E6A856-C140-42EF-9982-9995141EABDD}" destId="{9847D6BC-335E-4EF0-BA06-CDB1529EFBB8}" srcOrd="0" destOrd="0" parTransId="{6B8824A0-756B-4B44-B4C7-506EBF677E48}" sibTransId="{9A679181-23D1-44CF-B66C-28FA1CA8FD18}"/>
    <dgm:cxn modelId="{B705DC6E-ACFC-459E-9FE4-FA262CFC4F14}" srcId="{11B9472C-E367-4B94-83B2-12FC288E5817}" destId="{AFA2D336-BB49-4D7E-B08E-94E5D8F937FB}" srcOrd="6" destOrd="0" parTransId="{ED2A65FB-A8C0-4F76-A68B-992F13ACE9BF}" sibTransId="{BD2C7EA0-BF42-483E-BF56-3EFF76535D19}"/>
    <dgm:cxn modelId="{B369E36E-8CF2-4588-9273-399BC0041E00}" type="presOf" srcId="{7C21304A-D699-434A-972D-8FB239AFF5AD}" destId="{E9B36CC2-2ABC-4DCE-A01E-D5CB0AA83454}" srcOrd="1" destOrd="0" presId="urn:microsoft.com/office/officeart/2005/8/layout/process3"/>
    <dgm:cxn modelId="{23FC9D52-CB35-468B-8754-322A02C6CC2A}" srcId="{89CF8457-6F8C-4472-BB68-981CD69CD3F5}" destId="{7EFC3CFB-34D1-4B17-9243-299ADF1CE178}" srcOrd="0" destOrd="0" parTransId="{CCB909B5-148B-45BF-8119-2C5DFFED4689}" sibTransId="{F20E13EF-DAC5-4431-BB9F-422B9F0D847B}"/>
    <dgm:cxn modelId="{CA1DFD74-C32E-4879-A514-0C665CECA634}" type="presOf" srcId="{9CB52BAC-C5B2-42BB-A2C9-12B33A6B34C4}" destId="{5D8CC994-3154-473E-9895-7967F7507644}" srcOrd="0" destOrd="5" presId="urn:microsoft.com/office/officeart/2005/8/layout/process3"/>
    <dgm:cxn modelId="{6D34FA79-C330-4EC5-ACEA-2A2C2CB12BF1}" type="presOf" srcId="{E720CDA6-F93D-4102-AD60-C8BE4717E3AD}" destId="{8BF54252-4EF2-485D-86D0-8A7C795A6793}" srcOrd="0" destOrd="4" presId="urn:microsoft.com/office/officeart/2005/8/layout/process3"/>
    <dgm:cxn modelId="{5ACD3988-4E30-4305-82E2-F961AD75FD00}" type="presOf" srcId="{14E6A856-C140-42EF-9982-9995141EABDD}" destId="{E2341576-443F-4201-8FA3-C7B0ECBD39E6}" srcOrd="0" destOrd="0" presId="urn:microsoft.com/office/officeart/2005/8/layout/process3"/>
    <dgm:cxn modelId="{AA23558A-21B9-4BE6-A30B-94DE5A0B452E}" srcId="{89CF8457-6F8C-4472-BB68-981CD69CD3F5}" destId="{2B9A29B4-2559-4D28-B752-0E181C44F457}" srcOrd="2" destOrd="0" parTransId="{6736EB5E-F27E-4AB7-A0BA-3C986A56FE0F}" sibTransId="{8AB3CB78-D32C-4FDD-AE2A-F71C4582973F}"/>
    <dgm:cxn modelId="{92FDB991-4066-4CD1-8BAC-8169BBC6896F}" type="presOf" srcId="{2B9A29B4-2559-4D28-B752-0E181C44F457}" destId="{8BF54252-4EF2-485D-86D0-8A7C795A6793}" srcOrd="0" destOrd="2" presId="urn:microsoft.com/office/officeart/2005/8/layout/process3"/>
    <dgm:cxn modelId="{A1B1E6A1-0643-4786-80FE-ABAB5488B614}" type="presOf" srcId="{11B9472C-E367-4B94-83B2-12FC288E5817}" destId="{23138292-12FB-4632-8BF4-B8EC6267D4EF}" srcOrd="1" destOrd="0" presId="urn:microsoft.com/office/officeart/2005/8/layout/process3"/>
    <dgm:cxn modelId="{F4176DB7-8413-4801-B4AC-EBAA542007CB}" srcId="{11B9472C-E367-4B94-83B2-12FC288E5817}" destId="{AFD1EBEA-D4F9-4C58-9E64-D32674149F64}" srcOrd="0" destOrd="0" parTransId="{BAB099A1-19A8-4F34-8424-20F6922574FC}" sibTransId="{8A550CB0-D164-4449-8234-3B85E8E1DBF4}"/>
    <dgm:cxn modelId="{D18686BC-2495-4905-AE50-5D77146A44D9}" srcId="{7C21304A-D699-434A-972D-8FB239AFF5AD}" destId="{34BD572C-961A-4EDC-A6C1-AEA8CEE65142}" srcOrd="1" destOrd="0" parTransId="{E6645F11-1944-4625-8547-6A6890E58756}" sibTransId="{DDC700D3-A09F-4BF0-A673-F740D98EB6F0}"/>
    <dgm:cxn modelId="{6587DBBD-B88A-4A2B-BE84-0AE4857DF15F}" srcId="{11B9472C-E367-4B94-83B2-12FC288E5817}" destId="{9CB52BAC-C5B2-42BB-A2C9-12B33A6B34C4}" srcOrd="5" destOrd="0" parTransId="{ECC1A101-0C6A-42B6-9978-4A3B4BCF8298}" sibTransId="{95F8DD1C-E3D4-48B8-AC8C-A8316D6DAF56}"/>
    <dgm:cxn modelId="{BEB739BF-D8E0-4D5F-ACE6-87DAB1331B78}" type="presOf" srcId="{1B0A9B2A-E5D2-4DEF-AF69-ADE405F28CA0}" destId="{1F482F44-A233-4039-9388-92899B0AF21E}" srcOrd="1" destOrd="0" presId="urn:microsoft.com/office/officeart/2005/8/layout/process3"/>
    <dgm:cxn modelId="{CF74B1BF-8C97-4F77-BFF1-90E6C11B2393}" type="presOf" srcId="{CD8D9075-C463-47FC-8A77-58848834660F}" destId="{8BF54252-4EF2-485D-86D0-8A7C795A6793}" srcOrd="0" destOrd="1" presId="urn:microsoft.com/office/officeart/2005/8/layout/process3"/>
    <dgm:cxn modelId="{94873FC7-2597-44DB-9380-44B5C4C6E47C}" type="presOf" srcId="{89CF8457-6F8C-4472-BB68-981CD69CD3F5}" destId="{529B08F7-5BAB-488D-BF70-9C0AAB8CC153}" srcOrd="1" destOrd="0" presId="urn:microsoft.com/office/officeart/2005/8/layout/process3"/>
    <dgm:cxn modelId="{59BBE9CC-DFD7-469F-AC98-1524517DC3C9}" type="presOf" srcId="{AFA2D336-BB49-4D7E-B08E-94E5D8F937FB}" destId="{5D8CC994-3154-473E-9895-7967F7507644}" srcOrd="0" destOrd="6" presId="urn:microsoft.com/office/officeart/2005/8/layout/process3"/>
    <dgm:cxn modelId="{B19E1ECD-1227-43C5-9615-CB28F28BD813}" srcId="{3CB64E6B-7DAF-4597-8F05-51B844757FBE}" destId="{7C21304A-D699-434A-972D-8FB239AFF5AD}" srcOrd="0" destOrd="0" parTransId="{588B1510-6D2C-4B3B-89DF-4D8F5DCA7960}" sibTransId="{1B0A9B2A-E5D2-4DEF-AF69-ADE405F28CA0}"/>
    <dgm:cxn modelId="{486552CE-FECE-4BE5-8279-23754846D2D5}" type="presOf" srcId="{ACCD5F65-DB87-4AE4-A45F-5E5122C1112D}" destId="{DD330999-9B85-4E1A-A4D1-9348C4C2EDA6}" srcOrd="0" destOrd="0" presId="urn:microsoft.com/office/officeart/2005/8/layout/process3"/>
    <dgm:cxn modelId="{1ABA2ACF-BC40-4AC8-AB6B-980E641255BB}" type="presOf" srcId="{1B0A9B2A-E5D2-4DEF-AF69-ADE405F28CA0}" destId="{D9D6546D-B2E7-407D-B7A0-F53EF6ADCC4B}" srcOrd="0" destOrd="0" presId="urn:microsoft.com/office/officeart/2005/8/layout/process3"/>
    <dgm:cxn modelId="{769173DA-8E25-4F40-BCCA-ECBC96AF885C}" srcId="{11B9472C-E367-4B94-83B2-12FC288E5817}" destId="{9D099A23-AACE-4448-AD57-6C272F1FF633}" srcOrd="1" destOrd="0" parTransId="{7AAB5C29-639A-4692-9B1A-78F603DC14E7}" sibTransId="{8F6770E3-36E0-4BCE-832D-21F73B3200BF}"/>
    <dgm:cxn modelId="{0D030FDB-797A-4E9A-80E7-291B4E0638E9}" type="presOf" srcId="{14E6A856-C140-42EF-9982-9995141EABDD}" destId="{FBB584D8-F16A-4297-B159-A8E7CAA2B9D0}" srcOrd="1" destOrd="0" presId="urn:microsoft.com/office/officeart/2005/8/layout/process3"/>
    <dgm:cxn modelId="{73A67FDB-0761-4FC2-AA08-7E50389E9F9C}" srcId="{11B9472C-E367-4B94-83B2-12FC288E5817}" destId="{CAA4A713-8B37-4112-81F7-1DD5B23E2589}" srcOrd="2" destOrd="0" parTransId="{1EC16E3F-068D-44FB-BBCA-8CDC3FE8BAA0}" sibTransId="{A6452F60-A775-44E2-92FE-F9080AAAB700}"/>
    <dgm:cxn modelId="{05A9DCE0-C992-43A9-BB22-3297A6A91491}" type="presOf" srcId="{F55B46C3-B687-4204-8812-9352248C89F9}" destId="{A2BF23E7-7BA8-41B8-B974-3F4976AAE2E0}" srcOrd="1" destOrd="0" presId="urn:microsoft.com/office/officeart/2005/8/layout/process3"/>
    <dgm:cxn modelId="{4F4937E2-BD4A-48F6-9D34-CD25312A9120}" type="presOf" srcId="{9D099A23-AACE-4448-AD57-6C272F1FF633}" destId="{5D8CC994-3154-473E-9895-7967F7507644}" srcOrd="0" destOrd="1" presId="urn:microsoft.com/office/officeart/2005/8/layout/process3"/>
    <dgm:cxn modelId="{5AC99BE5-AF09-4C96-905B-75ABB1953871}" type="presOf" srcId="{11B9472C-E367-4B94-83B2-12FC288E5817}" destId="{98058784-E255-488A-B6BF-BAAC3CE5A443}" srcOrd="0" destOrd="0" presId="urn:microsoft.com/office/officeart/2005/8/layout/process3"/>
    <dgm:cxn modelId="{945164F1-1B5D-4738-887A-29DF447E31C2}" type="presOf" srcId="{7C21304A-D699-434A-972D-8FB239AFF5AD}" destId="{E6164F1A-E1A2-4CE4-B9F5-68402A8B8AC0}" srcOrd="0" destOrd="0" presId="urn:microsoft.com/office/officeart/2005/8/layout/process3"/>
    <dgm:cxn modelId="{83C80EF3-F36B-469A-8B8C-FC57A6B6DE31}" srcId="{11B9472C-E367-4B94-83B2-12FC288E5817}" destId="{593B28B6-2CBC-497D-A8AF-6FCCDD804785}" srcOrd="3" destOrd="0" parTransId="{2E9CEF87-C1F6-4952-A6CB-4ADF87C96517}" sibTransId="{E1B981E0-48D1-411A-9097-5EA177E1EF29}"/>
    <dgm:cxn modelId="{095437FC-AE61-48CC-90BB-E244F3E70B8D}" srcId="{89CF8457-6F8C-4472-BB68-981CD69CD3F5}" destId="{CD8D9075-C463-47FC-8A77-58848834660F}" srcOrd="1" destOrd="0" parTransId="{2BB7808D-AC2E-47E0-90F5-BE3198DEF2BF}" sibTransId="{C8AFCC78-69D3-4D4C-A3B6-D9D17D0A67B7}"/>
    <dgm:cxn modelId="{A2A0D8FE-B69D-49E7-B468-3D807884E59A}" type="presOf" srcId="{593B28B6-2CBC-497D-A8AF-6FCCDD804785}" destId="{5D8CC994-3154-473E-9895-7967F7507644}" srcOrd="0" destOrd="3" presId="urn:microsoft.com/office/officeart/2005/8/layout/process3"/>
    <dgm:cxn modelId="{07C593D3-041C-44A6-85AE-95B9932D6B24}" type="presParOf" srcId="{09339E65-7756-41CD-AA77-FBD020C583A4}" destId="{20C3A55D-45B0-4B96-8AD3-7D3B3F11090C}" srcOrd="0" destOrd="0" presId="urn:microsoft.com/office/officeart/2005/8/layout/process3"/>
    <dgm:cxn modelId="{F7E23088-664B-4ADF-B021-A234BA544598}" type="presParOf" srcId="{20C3A55D-45B0-4B96-8AD3-7D3B3F11090C}" destId="{E6164F1A-E1A2-4CE4-B9F5-68402A8B8AC0}" srcOrd="0" destOrd="0" presId="urn:microsoft.com/office/officeart/2005/8/layout/process3"/>
    <dgm:cxn modelId="{78505E82-54CA-4D15-BE06-18E248B5EDDD}" type="presParOf" srcId="{20C3A55D-45B0-4B96-8AD3-7D3B3F11090C}" destId="{E9B36CC2-2ABC-4DCE-A01E-D5CB0AA83454}" srcOrd="1" destOrd="0" presId="urn:microsoft.com/office/officeart/2005/8/layout/process3"/>
    <dgm:cxn modelId="{54D72387-3757-4ED6-BF2B-42380F86D824}" type="presParOf" srcId="{20C3A55D-45B0-4B96-8AD3-7D3B3F11090C}" destId="{DD330999-9B85-4E1A-A4D1-9348C4C2EDA6}" srcOrd="2" destOrd="0" presId="urn:microsoft.com/office/officeart/2005/8/layout/process3"/>
    <dgm:cxn modelId="{AF4BB83D-426B-424A-82AB-2DD534B7648A}" type="presParOf" srcId="{09339E65-7756-41CD-AA77-FBD020C583A4}" destId="{D9D6546D-B2E7-407D-B7A0-F53EF6ADCC4B}" srcOrd="1" destOrd="0" presId="urn:microsoft.com/office/officeart/2005/8/layout/process3"/>
    <dgm:cxn modelId="{E4101A7B-B411-4E84-BC79-09EF281A9585}" type="presParOf" srcId="{D9D6546D-B2E7-407D-B7A0-F53EF6ADCC4B}" destId="{1F482F44-A233-4039-9388-92899B0AF21E}" srcOrd="0" destOrd="0" presId="urn:microsoft.com/office/officeart/2005/8/layout/process3"/>
    <dgm:cxn modelId="{C4E8FB23-F11B-471D-A570-F4ADD3E46E70}" type="presParOf" srcId="{09339E65-7756-41CD-AA77-FBD020C583A4}" destId="{9FE29C0C-666F-40BA-B4C1-831B4BE3D93F}" srcOrd="2" destOrd="0" presId="urn:microsoft.com/office/officeart/2005/8/layout/process3"/>
    <dgm:cxn modelId="{CD64541C-615A-4451-BEE6-F449116BF90A}" type="presParOf" srcId="{9FE29C0C-666F-40BA-B4C1-831B4BE3D93F}" destId="{6BE35ED8-E296-4498-A63D-3635F2C03EF7}" srcOrd="0" destOrd="0" presId="urn:microsoft.com/office/officeart/2005/8/layout/process3"/>
    <dgm:cxn modelId="{CC6E3224-EBCE-48FC-8A78-5D3BE559090F}" type="presParOf" srcId="{9FE29C0C-666F-40BA-B4C1-831B4BE3D93F}" destId="{529B08F7-5BAB-488D-BF70-9C0AAB8CC153}" srcOrd="1" destOrd="0" presId="urn:microsoft.com/office/officeart/2005/8/layout/process3"/>
    <dgm:cxn modelId="{8F2DAAF0-288A-4E06-82DA-4A7457B6744F}" type="presParOf" srcId="{9FE29C0C-666F-40BA-B4C1-831B4BE3D93F}" destId="{8BF54252-4EF2-485D-86D0-8A7C795A6793}" srcOrd="2" destOrd="0" presId="urn:microsoft.com/office/officeart/2005/8/layout/process3"/>
    <dgm:cxn modelId="{8A4837B4-7AF5-461B-A8CF-113483180F8B}" type="presParOf" srcId="{09339E65-7756-41CD-AA77-FBD020C583A4}" destId="{54B3DCA4-10FC-40D8-A153-03451C2A41E4}" srcOrd="3" destOrd="0" presId="urn:microsoft.com/office/officeart/2005/8/layout/process3"/>
    <dgm:cxn modelId="{C2A258EB-415C-4198-8879-B4B64061B3F4}" type="presParOf" srcId="{54B3DCA4-10FC-40D8-A153-03451C2A41E4}" destId="{AD6E1B7F-078A-47F0-B347-A81129602B82}" srcOrd="0" destOrd="0" presId="urn:microsoft.com/office/officeart/2005/8/layout/process3"/>
    <dgm:cxn modelId="{9A17BF56-0ADD-435B-8A44-C65EB4CAC4F4}" type="presParOf" srcId="{09339E65-7756-41CD-AA77-FBD020C583A4}" destId="{E0E571BD-8A73-4EEF-B7B6-90CD2C2D9F02}" srcOrd="4" destOrd="0" presId="urn:microsoft.com/office/officeart/2005/8/layout/process3"/>
    <dgm:cxn modelId="{09FDD260-1618-4113-8430-C72B71428D96}" type="presParOf" srcId="{E0E571BD-8A73-4EEF-B7B6-90CD2C2D9F02}" destId="{98058784-E255-488A-B6BF-BAAC3CE5A443}" srcOrd="0" destOrd="0" presId="urn:microsoft.com/office/officeart/2005/8/layout/process3"/>
    <dgm:cxn modelId="{EF9CD45B-0FF4-46DF-8BEE-2DF2C2CF9EF9}" type="presParOf" srcId="{E0E571BD-8A73-4EEF-B7B6-90CD2C2D9F02}" destId="{23138292-12FB-4632-8BF4-B8EC6267D4EF}" srcOrd="1" destOrd="0" presId="urn:microsoft.com/office/officeart/2005/8/layout/process3"/>
    <dgm:cxn modelId="{922E69E0-1C67-42BA-8BA6-C32AB10CC539}" type="presParOf" srcId="{E0E571BD-8A73-4EEF-B7B6-90CD2C2D9F02}" destId="{5D8CC994-3154-473E-9895-7967F7507644}" srcOrd="2" destOrd="0" presId="urn:microsoft.com/office/officeart/2005/8/layout/process3"/>
    <dgm:cxn modelId="{74BE8EDE-810D-4238-B4AA-B48522101869}" type="presParOf" srcId="{09339E65-7756-41CD-AA77-FBD020C583A4}" destId="{CAF9E59B-BEBD-41A9-B2B8-D8A49ED8BFF8}" srcOrd="5" destOrd="0" presId="urn:microsoft.com/office/officeart/2005/8/layout/process3"/>
    <dgm:cxn modelId="{A8AA8821-B3D9-4377-BEC7-FC9D63F9C7E4}" type="presParOf" srcId="{CAF9E59B-BEBD-41A9-B2B8-D8A49ED8BFF8}" destId="{A2BF23E7-7BA8-41B8-B974-3F4976AAE2E0}" srcOrd="0" destOrd="0" presId="urn:microsoft.com/office/officeart/2005/8/layout/process3"/>
    <dgm:cxn modelId="{2A73875D-26C8-40E3-A03F-2E490D1AE829}" type="presParOf" srcId="{09339E65-7756-41CD-AA77-FBD020C583A4}" destId="{86EB59AB-A31A-4C57-ADF6-C0E89B78AE49}" srcOrd="6" destOrd="0" presId="urn:microsoft.com/office/officeart/2005/8/layout/process3"/>
    <dgm:cxn modelId="{65262329-C6A8-45FE-8100-ECF09E29D164}" type="presParOf" srcId="{86EB59AB-A31A-4C57-ADF6-C0E89B78AE49}" destId="{E2341576-443F-4201-8FA3-C7B0ECBD39E6}" srcOrd="0" destOrd="0" presId="urn:microsoft.com/office/officeart/2005/8/layout/process3"/>
    <dgm:cxn modelId="{0677221E-B2CD-4821-8CBC-4A48D3211163}" type="presParOf" srcId="{86EB59AB-A31A-4C57-ADF6-C0E89B78AE49}" destId="{FBB584D8-F16A-4297-B159-A8E7CAA2B9D0}" srcOrd="1" destOrd="0" presId="urn:microsoft.com/office/officeart/2005/8/layout/process3"/>
    <dgm:cxn modelId="{DE3F5EF3-E8B8-417C-BC90-D7094C6FA336}" type="presParOf" srcId="{86EB59AB-A31A-4C57-ADF6-C0E89B78AE49}" destId="{66EC19BA-88FF-4B47-BC3E-FD057713035B}" srcOrd="2" destOrd="0" presId="urn:microsoft.com/office/officeart/2005/8/layout/process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B64E6B-7DAF-4597-8F05-51B844757FBE}" type="doc">
      <dgm:prSet loTypeId="urn:microsoft.com/office/officeart/2005/8/layout/process3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7C21304A-D699-434A-972D-8FB239AFF5AD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400" b="1" dirty="0"/>
            <a:t>Phase 1: Assessment &amp; Framework (Nov 10 – Nov 24)</a:t>
          </a:r>
          <a:endParaRPr lang="en-IN" sz="1400" dirty="0"/>
        </a:p>
      </dgm:t>
    </dgm:pt>
    <dgm:pt modelId="{588B1510-6D2C-4B3B-89DF-4D8F5DCA7960}" type="parTrans" cxnId="{B19E1ECD-1227-43C5-9615-CB28F28BD813}">
      <dgm:prSet/>
      <dgm:spPr/>
      <dgm:t>
        <a:bodyPr/>
        <a:lstStyle/>
        <a:p>
          <a:endParaRPr lang="en-IN" sz="1300"/>
        </a:p>
      </dgm:t>
    </dgm:pt>
    <dgm:pt modelId="{1B0A9B2A-E5D2-4DEF-AF69-ADE405F28CA0}" type="sibTrans" cxnId="{B19E1ECD-1227-43C5-9615-CB28F28BD813}">
      <dgm:prSet custT="1"/>
      <dgm:spPr>
        <a:solidFill>
          <a:srgbClr val="FFA18B"/>
        </a:solidFill>
      </dgm:spPr>
      <dgm:t>
        <a:bodyPr/>
        <a:lstStyle/>
        <a:p>
          <a:endParaRPr lang="en-IN" sz="1300"/>
        </a:p>
      </dgm:t>
    </dgm:pt>
    <dgm:pt modelId="{ACCD5F65-DB87-4AE4-A45F-5E5122C1112D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Kick-off task force and finalize campaign budgets</a:t>
          </a:r>
        </a:p>
      </dgm:t>
    </dgm:pt>
    <dgm:pt modelId="{44AF41D5-7364-41EE-97C9-8C0A3E28458A}" type="parTrans" cxnId="{1E2F8236-FA4E-4E2D-9848-6ABD59D41A41}">
      <dgm:prSet/>
      <dgm:spPr/>
      <dgm:t>
        <a:bodyPr/>
        <a:lstStyle/>
        <a:p>
          <a:endParaRPr lang="en-IN" sz="1300"/>
        </a:p>
      </dgm:t>
    </dgm:pt>
    <dgm:pt modelId="{AC2AD124-4BC5-45FD-A54A-434811692C5D}" type="sibTrans" cxnId="{1E2F8236-FA4E-4E2D-9848-6ABD59D41A41}">
      <dgm:prSet/>
      <dgm:spPr/>
      <dgm:t>
        <a:bodyPr/>
        <a:lstStyle/>
        <a:p>
          <a:endParaRPr lang="en-IN" sz="1300"/>
        </a:p>
      </dgm:t>
    </dgm:pt>
    <dgm:pt modelId="{FD387517-FB75-42F1-8A6F-068C391D3F8E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Conduct kitchen audits across 8 cities</a:t>
          </a:r>
        </a:p>
      </dgm:t>
    </dgm:pt>
    <dgm:pt modelId="{413E55D0-82DF-421B-B42E-3ABDA555EF91}" type="parTrans" cxnId="{7012C70C-058C-439E-925B-D71F8F482341}">
      <dgm:prSet/>
      <dgm:spPr/>
      <dgm:t>
        <a:bodyPr/>
        <a:lstStyle/>
        <a:p>
          <a:endParaRPr lang="en-IN" sz="1300"/>
        </a:p>
      </dgm:t>
    </dgm:pt>
    <dgm:pt modelId="{F08DA4E0-171A-4419-9846-A76EC9A1E38F}" type="sibTrans" cxnId="{7012C70C-058C-439E-925B-D71F8F482341}">
      <dgm:prSet/>
      <dgm:spPr/>
      <dgm:t>
        <a:bodyPr/>
        <a:lstStyle/>
        <a:p>
          <a:endParaRPr lang="en-IN" sz="1300"/>
        </a:p>
      </dgm:t>
    </dgm:pt>
    <dgm:pt modelId="{18EBD80B-095C-4BBB-BDA7-B1115E5F60EA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Finalize Quality Verified certification standards</a:t>
          </a:r>
        </a:p>
      </dgm:t>
    </dgm:pt>
    <dgm:pt modelId="{531C5AE6-53B7-4311-855A-E886DBF7C9E3}" type="parTrans" cxnId="{FBEE2830-11B1-4F39-AA51-4031E1ACD9B8}">
      <dgm:prSet/>
      <dgm:spPr/>
      <dgm:t>
        <a:bodyPr/>
        <a:lstStyle/>
        <a:p>
          <a:endParaRPr lang="en-IN" sz="1300"/>
        </a:p>
      </dgm:t>
    </dgm:pt>
    <dgm:pt modelId="{BA6A40D6-CFEA-4B54-A5D1-F2BCA5E28E37}" type="sibTrans" cxnId="{FBEE2830-11B1-4F39-AA51-4031E1ACD9B8}">
      <dgm:prSet/>
      <dgm:spPr/>
      <dgm:t>
        <a:bodyPr/>
        <a:lstStyle/>
        <a:p>
          <a:endParaRPr lang="en-IN" sz="1300"/>
        </a:p>
      </dgm:t>
    </dgm:pt>
    <dgm:pt modelId="{FEC9AC2A-9EE4-4258-854C-1A78F1C8E5D8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Redesign SLA framework including new dispatch time metric</a:t>
          </a:r>
        </a:p>
      </dgm:t>
    </dgm:pt>
    <dgm:pt modelId="{20D4DC22-38B0-41C1-9EAF-60FFB4E8D6F2}" type="parTrans" cxnId="{9D91BFD0-F0F1-4C6D-B100-144B9E8A6328}">
      <dgm:prSet/>
      <dgm:spPr/>
      <dgm:t>
        <a:bodyPr/>
        <a:lstStyle/>
        <a:p>
          <a:endParaRPr lang="en-IN" sz="1300"/>
        </a:p>
      </dgm:t>
    </dgm:pt>
    <dgm:pt modelId="{7B6D9A33-ED82-4903-9CB1-4F2DD6AB862A}" type="sibTrans" cxnId="{9D91BFD0-F0F1-4C6D-B100-144B9E8A6328}">
      <dgm:prSet/>
      <dgm:spPr/>
      <dgm:t>
        <a:bodyPr/>
        <a:lstStyle/>
        <a:p>
          <a:endParaRPr lang="en-IN" sz="1300"/>
        </a:p>
      </dgm:t>
    </dgm:pt>
    <dgm:pt modelId="{89CF8457-6F8C-4472-BB68-981CD69CD3F5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400" b="1" dirty="0"/>
            <a:t>Phase 2: System Integration &amp; Pilot (Nov 25 – Dec 9)</a:t>
          </a:r>
          <a:endParaRPr lang="en-IN" sz="1400" dirty="0"/>
        </a:p>
      </dgm:t>
    </dgm:pt>
    <dgm:pt modelId="{E8B709F5-1E4C-4F88-9D92-C7F6EB9D23E8}" type="parTrans" cxnId="{95264B79-9227-4935-AE5E-293C084964D8}">
      <dgm:prSet/>
      <dgm:spPr/>
      <dgm:t>
        <a:bodyPr/>
        <a:lstStyle/>
        <a:p>
          <a:endParaRPr lang="en-IN" sz="1300"/>
        </a:p>
      </dgm:t>
    </dgm:pt>
    <dgm:pt modelId="{B433CA13-EA94-4BE9-B273-E5D33B196F90}" type="sibTrans" cxnId="{95264B79-9227-4935-AE5E-293C084964D8}">
      <dgm:prSet custT="1"/>
      <dgm:spPr>
        <a:solidFill>
          <a:srgbClr val="FFA18B"/>
        </a:solidFill>
      </dgm:spPr>
      <dgm:t>
        <a:bodyPr/>
        <a:lstStyle/>
        <a:p>
          <a:endParaRPr lang="en-IN" sz="1300"/>
        </a:p>
      </dgm:t>
    </dgm:pt>
    <dgm:pt modelId="{7EFC3CFB-34D1-4B17-9243-299ADF1CE178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Implement SLA tracker and partner dashboard</a:t>
          </a:r>
        </a:p>
      </dgm:t>
    </dgm:pt>
    <dgm:pt modelId="{CCB909B5-148B-45BF-8119-2C5DFFED4689}" type="parTrans" cxnId="{CCC19C6A-6C05-4346-810A-4AC66FFFC929}">
      <dgm:prSet/>
      <dgm:spPr/>
      <dgm:t>
        <a:bodyPr/>
        <a:lstStyle/>
        <a:p>
          <a:endParaRPr lang="en-IN" sz="1300"/>
        </a:p>
      </dgm:t>
    </dgm:pt>
    <dgm:pt modelId="{F20E13EF-DAC5-4431-BB9F-422B9F0D847B}" type="sibTrans" cxnId="{CCC19C6A-6C05-4346-810A-4AC66FFFC929}">
      <dgm:prSet/>
      <dgm:spPr/>
      <dgm:t>
        <a:bodyPr/>
        <a:lstStyle/>
        <a:p>
          <a:endParaRPr lang="en-IN" sz="1300"/>
        </a:p>
      </dgm:t>
    </dgm:pt>
    <dgm:pt modelId="{BFCF0F1A-A45F-4E63-90E4-6A175F681486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Begin internal testing of real-time tracking system</a:t>
          </a:r>
        </a:p>
      </dgm:t>
    </dgm:pt>
    <dgm:pt modelId="{2073B551-11BC-48FD-9BB0-C8099B19EDB3}" type="parTrans" cxnId="{809207D1-2B65-47EC-B8EB-7BE41E8F9478}">
      <dgm:prSet/>
      <dgm:spPr/>
      <dgm:t>
        <a:bodyPr/>
        <a:lstStyle/>
        <a:p>
          <a:endParaRPr lang="en-IN" sz="1300"/>
        </a:p>
      </dgm:t>
    </dgm:pt>
    <dgm:pt modelId="{C298C575-7274-4270-BA75-B2AC521ED1E6}" type="sibTrans" cxnId="{809207D1-2B65-47EC-B8EB-7BE41E8F9478}">
      <dgm:prSet/>
      <dgm:spPr/>
      <dgm:t>
        <a:bodyPr/>
        <a:lstStyle/>
        <a:p>
          <a:endParaRPr lang="en-IN" sz="1300"/>
        </a:p>
      </dgm:t>
    </dgm:pt>
    <dgm:pt modelId="{C25A6179-A44B-4513-868A-8F1544A24EF0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Launch “We Heard You” campaign on social channels</a:t>
          </a:r>
        </a:p>
      </dgm:t>
    </dgm:pt>
    <dgm:pt modelId="{F91898F2-CC1F-4553-B5B4-D4268EECFDB7}" type="parTrans" cxnId="{DEF6456C-2BFE-41FF-A284-18B2EC5EFF75}">
      <dgm:prSet/>
      <dgm:spPr/>
      <dgm:t>
        <a:bodyPr/>
        <a:lstStyle/>
        <a:p>
          <a:endParaRPr lang="en-IN" sz="1300"/>
        </a:p>
      </dgm:t>
    </dgm:pt>
    <dgm:pt modelId="{7EB99DCB-193B-4B91-ADEB-B6EF5955402A}" type="sibTrans" cxnId="{DEF6456C-2BFE-41FF-A284-18B2EC5EFF75}">
      <dgm:prSet/>
      <dgm:spPr/>
      <dgm:t>
        <a:bodyPr/>
        <a:lstStyle/>
        <a:p>
          <a:endParaRPr lang="en-IN" sz="1300"/>
        </a:p>
      </dgm:t>
    </dgm:pt>
    <dgm:pt modelId="{6595E8DB-E637-4DC5-B469-DE72777A2A5F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Pilot “Quick Bhi, Quality Bhi” and “Aur Quantity Bhi” in 2 key cities (incl. Bangalore)</a:t>
          </a:r>
        </a:p>
      </dgm:t>
    </dgm:pt>
    <dgm:pt modelId="{EAC05906-DF7E-4FF5-8988-C96EC30CC0EE}" type="parTrans" cxnId="{013F2A7D-9F41-4BAA-BC2B-400F0F4BF070}">
      <dgm:prSet/>
      <dgm:spPr/>
      <dgm:t>
        <a:bodyPr/>
        <a:lstStyle/>
        <a:p>
          <a:endParaRPr lang="en-IN" sz="1300"/>
        </a:p>
      </dgm:t>
    </dgm:pt>
    <dgm:pt modelId="{30135421-6D4B-4318-AC25-07F7D2EB4C28}" type="sibTrans" cxnId="{013F2A7D-9F41-4BAA-BC2B-400F0F4BF070}">
      <dgm:prSet/>
      <dgm:spPr/>
      <dgm:t>
        <a:bodyPr/>
        <a:lstStyle/>
        <a:p>
          <a:endParaRPr lang="en-IN" sz="1300"/>
        </a:p>
      </dgm:t>
    </dgm:pt>
    <dgm:pt modelId="{11B9472C-E367-4B94-83B2-12FC288E5817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400" b="1" dirty="0"/>
            <a:t>Phase 3: Campaign Rollout &amp; Engagement (Dec 10 – Dec 24)</a:t>
          </a:r>
          <a:endParaRPr lang="en-IN" sz="1400" dirty="0"/>
        </a:p>
      </dgm:t>
    </dgm:pt>
    <dgm:pt modelId="{2BE28FF7-AD5C-4E3D-8065-46445EC69852}" type="parTrans" cxnId="{2D74005B-9364-4D92-BF99-4FF581F02B65}">
      <dgm:prSet/>
      <dgm:spPr/>
      <dgm:t>
        <a:bodyPr/>
        <a:lstStyle/>
        <a:p>
          <a:endParaRPr lang="en-IN" sz="1300"/>
        </a:p>
      </dgm:t>
    </dgm:pt>
    <dgm:pt modelId="{F55B46C3-B687-4204-8812-9352248C89F9}" type="sibTrans" cxnId="{2D74005B-9364-4D92-BF99-4FF581F02B65}">
      <dgm:prSet custT="1"/>
      <dgm:spPr>
        <a:solidFill>
          <a:srgbClr val="FFA18B"/>
        </a:solidFill>
      </dgm:spPr>
      <dgm:t>
        <a:bodyPr/>
        <a:lstStyle/>
        <a:p>
          <a:endParaRPr lang="en-IN" sz="1300"/>
        </a:p>
      </dgm:t>
    </dgm:pt>
    <dgm:pt modelId="{AFD1EBEA-D4F9-4C58-9E64-D32674149F64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Expand marketing and quality campaigns across all 8 cities</a:t>
          </a:r>
        </a:p>
      </dgm:t>
    </dgm:pt>
    <dgm:pt modelId="{BAB099A1-19A8-4F34-8424-20F6922574FC}" type="parTrans" cxnId="{F4176DB7-8413-4801-B4AC-EBAA542007CB}">
      <dgm:prSet/>
      <dgm:spPr/>
      <dgm:t>
        <a:bodyPr/>
        <a:lstStyle/>
        <a:p>
          <a:endParaRPr lang="en-IN" sz="1300"/>
        </a:p>
      </dgm:t>
    </dgm:pt>
    <dgm:pt modelId="{8A550CB0-D164-4449-8234-3B85E8E1DBF4}" type="sibTrans" cxnId="{F4176DB7-8413-4801-B4AC-EBAA542007CB}">
      <dgm:prSet/>
      <dgm:spPr/>
      <dgm:t>
        <a:bodyPr/>
        <a:lstStyle/>
        <a:p>
          <a:endParaRPr lang="en-IN" sz="1300"/>
        </a:p>
      </dgm:t>
    </dgm:pt>
    <dgm:pt modelId="{BB46F5AC-618B-4DFF-AC59-90F3D03CC10B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Roll out loyalty program and personalized notifications</a:t>
          </a:r>
        </a:p>
      </dgm:t>
    </dgm:pt>
    <dgm:pt modelId="{0DC62882-EED5-45E5-96EE-5DB641E0C6D4}" type="parTrans" cxnId="{A92327A1-929C-49A1-832A-0277E7ACAF85}">
      <dgm:prSet/>
      <dgm:spPr/>
      <dgm:t>
        <a:bodyPr/>
        <a:lstStyle/>
        <a:p>
          <a:endParaRPr lang="en-IN" sz="1300"/>
        </a:p>
      </dgm:t>
    </dgm:pt>
    <dgm:pt modelId="{C7FC5DA4-8A50-41C4-AB69-CD69CC5BC089}" type="sibTrans" cxnId="{A92327A1-929C-49A1-832A-0277E7ACAF85}">
      <dgm:prSet/>
      <dgm:spPr/>
      <dgm:t>
        <a:bodyPr/>
        <a:lstStyle/>
        <a:p>
          <a:endParaRPr lang="en-IN" sz="1300"/>
        </a:p>
      </dgm:t>
    </dgm:pt>
    <dgm:pt modelId="{70E08A2A-E44E-4517-B2BE-830D3EC5E79C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Collaborate with regional influencers and fitness creators promoting high-protein and vegan catalogues</a:t>
          </a:r>
        </a:p>
      </dgm:t>
    </dgm:pt>
    <dgm:pt modelId="{F31766FF-8B5A-4EBB-82D8-C3B4462B5C85}" type="parTrans" cxnId="{85EBDE01-F4FB-4CFE-906D-C36057A410D8}">
      <dgm:prSet/>
      <dgm:spPr/>
      <dgm:t>
        <a:bodyPr/>
        <a:lstStyle/>
        <a:p>
          <a:endParaRPr lang="en-IN" sz="1300"/>
        </a:p>
      </dgm:t>
    </dgm:pt>
    <dgm:pt modelId="{A5E7F85F-430A-43AB-9C41-F449B6DBA699}" type="sibTrans" cxnId="{85EBDE01-F4FB-4CFE-906D-C36057A410D8}">
      <dgm:prSet/>
      <dgm:spPr/>
      <dgm:t>
        <a:bodyPr/>
        <a:lstStyle/>
        <a:p>
          <a:endParaRPr lang="en-IN" sz="1300"/>
        </a:p>
      </dgm:t>
    </dgm:pt>
    <dgm:pt modelId="{14E6A856-C140-42EF-9982-9995141EABDD}">
      <dgm:prSet custT="1"/>
      <dgm:spPr>
        <a:solidFill>
          <a:srgbClr val="FF7A5C"/>
        </a:solidFill>
      </dgm:spPr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en-IN" sz="1400" b="1" dirty="0"/>
            <a:t>Phase 4: Peak Readiness &amp; Year-End Push (Dec 25 – Dec 31)</a:t>
          </a:r>
          <a:endParaRPr lang="en-IN" sz="1400" dirty="0"/>
        </a:p>
      </dgm:t>
    </dgm:pt>
    <dgm:pt modelId="{7823C254-D628-4A90-8B6C-788F07D21820}" type="parTrans" cxnId="{D527A829-CABD-4F46-8EE3-89C460DCC1E4}">
      <dgm:prSet/>
      <dgm:spPr/>
      <dgm:t>
        <a:bodyPr/>
        <a:lstStyle/>
        <a:p>
          <a:endParaRPr lang="en-IN" sz="1300"/>
        </a:p>
      </dgm:t>
    </dgm:pt>
    <dgm:pt modelId="{BBD43763-E9C5-46BC-B430-21E56FA0C495}" type="sibTrans" cxnId="{D527A829-CABD-4F46-8EE3-89C460DCC1E4}">
      <dgm:prSet/>
      <dgm:spPr/>
      <dgm:t>
        <a:bodyPr/>
        <a:lstStyle/>
        <a:p>
          <a:endParaRPr lang="en-IN" sz="1300"/>
        </a:p>
      </dgm:t>
    </dgm:pt>
    <dgm:pt modelId="{9847D6BC-335E-4EF0-BA06-CDB1529EFBB8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Intensify promotional activity during New Year week</a:t>
          </a:r>
        </a:p>
      </dgm:t>
    </dgm:pt>
    <dgm:pt modelId="{6B8824A0-756B-4B44-B4C7-506EBF677E48}" type="parTrans" cxnId="{3B32566E-D33B-42E2-8B24-E57E5C881AAC}">
      <dgm:prSet/>
      <dgm:spPr/>
      <dgm:t>
        <a:bodyPr/>
        <a:lstStyle/>
        <a:p>
          <a:endParaRPr lang="en-IN" sz="1300"/>
        </a:p>
      </dgm:t>
    </dgm:pt>
    <dgm:pt modelId="{9A679181-23D1-44CF-B66C-28FA1CA8FD18}" type="sibTrans" cxnId="{3B32566E-D33B-42E2-8B24-E57E5C881AAC}">
      <dgm:prSet/>
      <dgm:spPr/>
      <dgm:t>
        <a:bodyPr/>
        <a:lstStyle/>
        <a:p>
          <a:endParaRPr lang="en-IN" sz="1300"/>
        </a:p>
      </dgm:t>
    </dgm:pt>
    <dgm:pt modelId="{D18A6816-0BB9-4142-8F7E-230AE6AA4B04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Track SLA performance and sentiment in real time</a:t>
          </a:r>
        </a:p>
      </dgm:t>
    </dgm:pt>
    <dgm:pt modelId="{4960E22A-56DD-44AE-9DCF-0CCC65FB202D}" type="parTrans" cxnId="{3C0389C8-12AC-4275-A234-B69FE7340FDF}">
      <dgm:prSet/>
      <dgm:spPr/>
      <dgm:t>
        <a:bodyPr/>
        <a:lstStyle/>
        <a:p>
          <a:endParaRPr lang="en-IN" sz="1300"/>
        </a:p>
      </dgm:t>
    </dgm:pt>
    <dgm:pt modelId="{34799715-4950-4C76-BEC8-09A27DB04306}" type="sibTrans" cxnId="{3C0389C8-12AC-4275-A234-B69FE7340FDF}">
      <dgm:prSet/>
      <dgm:spPr/>
      <dgm:t>
        <a:bodyPr/>
        <a:lstStyle/>
        <a:p>
          <a:endParaRPr lang="en-IN" sz="1300"/>
        </a:p>
      </dgm:t>
    </dgm:pt>
    <dgm:pt modelId="{F293CA3A-4485-490B-A8BA-12FDA0C09966}">
      <dgm:prSet custT="1"/>
      <dgm:spPr>
        <a:ln>
          <a:solidFill>
            <a:srgbClr val="FF7A5C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300" dirty="0">
              <a:solidFill>
                <a:srgbClr val="525A6B"/>
              </a:solidFill>
            </a:rPr>
            <a:t>Release “We Improved Together” campaign summarizing visible improvements and customer trust milestones</a:t>
          </a:r>
        </a:p>
      </dgm:t>
    </dgm:pt>
    <dgm:pt modelId="{4514841D-8B3F-4520-84AC-84DF40C3FBC6}" type="parTrans" cxnId="{F00AD38D-7B84-4406-A12D-40E7CEB231DC}">
      <dgm:prSet/>
      <dgm:spPr/>
      <dgm:t>
        <a:bodyPr/>
        <a:lstStyle/>
        <a:p>
          <a:endParaRPr lang="en-IN" sz="1300"/>
        </a:p>
      </dgm:t>
    </dgm:pt>
    <dgm:pt modelId="{3D6BD39D-4853-4F3E-B061-CA2D2414306C}" type="sibTrans" cxnId="{F00AD38D-7B84-4406-A12D-40E7CEB231DC}">
      <dgm:prSet/>
      <dgm:spPr/>
      <dgm:t>
        <a:bodyPr/>
        <a:lstStyle/>
        <a:p>
          <a:endParaRPr lang="en-IN" sz="1300"/>
        </a:p>
      </dgm:t>
    </dgm:pt>
    <dgm:pt modelId="{09339E65-7756-41CD-AA77-FBD020C583A4}" type="pres">
      <dgm:prSet presAssocID="{3CB64E6B-7DAF-4597-8F05-51B844757FBE}" presName="linearFlow" presStyleCnt="0">
        <dgm:presLayoutVars>
          <dgm:dir/>
          <dgm:animLvl val="lvl"/>
          <dgm:resizeHandles val="exact"/>
        </dgm:presLayoutVars>
      </dgm:prSet>
      <dgm:spPr/>
    </dgm:pt>
    <dgm:pt modelId="{20C3A55D-45B0-4B96-8AD3-7D3B3F11090C}" type="pres">
      <dgm:prSet presAssocID="{7C21304A-D699-434A-972D-8FB239AFF5AD}" presName="composite" presStyleCnt="0"/>
      <dgm:spPr/>
    </dgm:pt>
    <dgm:pt modelId="{E6164F1A-E1A2-4CE4-B9F5-68402A8B8AC0}" type="pres">
      <dgm:prSet presAssocID="{7C21304A-D699-434A-972D-8FB239AFF5A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9B36CC2-2ABC-4DCE-A01E-D5CB0AA83454}" type="pres">
      <dgm:prSet presAssocID="{7C21304A-D699-434A-972D-8FB239AFF5AD}" presName="parSh" presStyleLbl="node1" presStyleIdx="0" presStyleCnt="4"/>
      <dgm:spPr/>
    </dgm:pt>
    <dgm:pt modelId="{DD330999-9B85-4E1A-A4D1-9348C4C2EDA6}" type="pres">
      <dgm:prSet presAssocID="{7C21304A-D699-434A-972D-8FB239AFF5AD}" presName="desTx" presStyleLbl="fgAcc1" presStyleIdx="0" presStyleCnt="4">
        <dgm:presLayoutVars>
          <dgm:bulletEnabled val="1"/>
        </dgm:presLayoutVars>
      </dgm:prSet>
      <dgm:spPr/>
    </dgm:pt>
    <dgm:pt modelId="{D9D6546D-B2E7-407D-B7A0-F53EF6ADCC4B}" type="pres">
      <dgm:prSet presAssocID="{1B0A9B2A-E5D2-4DEF-AF69-ADE405F28CA0}" presName="sibTrans" presStyleLbl="sibTrans2D1" presStyleIdx="0" presStyleCnt="3"/>
      <dgm:spPr/>
    </dgm:pt>
    <dgm:pt modelId="{1F482F44-A233-4039-9388-92899B0AF21E}" type="pres">
      <dgm:prSet presAssocID="{1B0A9B2A-E5D2-4DEF-AF69-ADE405F28CA0}" presName="connTx" presStyleLbl="sibTrans2D1" presStyleIdx="0" presStyleCnt="3"/>
      <dgm:spPr/>
    </dgm:pt>
    <dgm:pt modelId="{9FE29C0C-666F-40BA-B4C1-831B4BE3D93F}" type="pres">
      <dgm:prSet presAssocID="{89CF8457-6F8C-4472-BB68-981CD69CD3F5}" presName="composite" presStyleCnt="0"/>
      <dgm:spPr/>
    </dgm:pt>
    <dgm:pt modelId="{6BE35ED8-E296-4498-A63D-3635F2C03EF7}" type="pres">
      <dgm:prSet presAssocID="{89CF8457-6F8C-4472-BB68-981CD69CD3F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29B08F7-5BAB-488D-BF70-9C0AAB8CC153}" type="pres">
      <dgm:prSet presAssocID="{89CF8457-6F8C-4472-BB68-981CD69CD3F5}" presName="parSh" presStyleLbl="node1" presStyleIdx="1" presStyleCnt="4"/>
      <dgm:spPr/>
    </dgm:pt>
    <dgm:pt modelId="{8BF54252-4EF2-485D-86D0-8A7C795A6793}" type="pres">
      <dgm:prSet presAssocID="{89CF8457-6F8C-4472-BB68-981CD69CD3F5}" presName="desTx" presStyleLbl="fgAcc1" presStyleIdx="1" presStyleCnt="4">
        <dgm:presLayoutVars>
          <dgm:bulletEnabled val="1"/>
        </dgm:presLayoutVars>
      </dgm:prSet>
      <dgm:spPr/>
    </dgm:pt>
    <dgm:pt modelId="{54B3DCA4-10FC-40D8-A153-03451C2A41E4}" type="pres">
      <dgm:prSet presAssocID="{B433CA13-EA94-4BE9-B273-E5D33B196F90}" presName="sibTrans" presStyleLbl="sibTrans2D1" presStyleIdx="1" presStyleCnt="3"/>
      <dgm:spPr/>
    </dgm:pt>
    <dgm:pt modelId="{AD6E1B7F-078A-47F0-B347-A81129602B82}" type="pres">
      <dgm:prSet presAssocID="{B433CA13-EA94-4BE9-B273-E5D33B196F90}" presName="connTx" presStyleLbl="sibTrans2D1" presStyleIdx="1" presStyleCnt="3"/>
      <dgm:spPr/>
    </dgm:pt>
    <dgm:pt modelId="{E0E571BD-8A73-4EEF-B7B6-90CD2C2D9F02}" type="pres">
      <dgm:prSet presAssocID="{11B9472C-E367-4B94-83B2-12FC288E5817}" presName="composite" presStyleCnt="0"/>
      <dgm:spPr/>
    </dgm:pt>
    <dgm:pt modelId="{98058784-E255-488A-B6BF-BAAC3CE5A443}" type="pres">
      <dgm:prSet presAssocID="{11B9472C-E367-4B94-83B2-12FC288E5817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3138292-12FB-4632-8BF4-B8EC6267D4EF}" type="pres">
      <dgm:prSet presAssocID="{11B9472C-E367-4B94-83B2-12FC288E5817}" presName="parSh" presStyleLbl="node1" presStyleIdx="2" presStyleCnt="4"/>
      <dgm:spPr/>
    </dgm:pt>
    <dgm:pt modelId="{5D8CC994-3154-473E-9895-7967F7507644}" type="pres">
      <dgm:prSet presAssocID="{11B9472C-E367-4B94-83B2-12FC288E5817}" presName="desTx" presStyleLbl="fgAcc1" presStyleIdx="2" presStyleCnt="4">
        <dgm:presLayoutVars>
          <dgm:bulletEnabled val="1"/>
        </dgm:presLayoutVars>
      </dgm:prSet>
      <dgm:spPr/>
    </dgm:pt>
    <dgm:pt modelId="{CAF9E59B-BEBD-41A9-B2B8-D8A49ED8BFF8}" type="pres">
      <dgm:prSet presAssocID="{F55B46C3-B687-4204-8812-9352248C89F9}" presName="sibTrans" presStyleLbl="sibTrans2D1" presStyleIdx="2" presStyleCnt="3"/>
      <dgm:spPr/>
    </dgm:pt>
    <dgm:pt modelId="{A2BF23E7-7BA8-41B8-B974-3F4976AAE2E0}" type="pres">
      <dgm:prSet presAssocID="{F55B46C3-B687-4204-8812-9352248C89F9}" presName="connTx" presStyleLbl="sibTrans2D1" presStyleIdx="2" presStyleCnt="3"/>
      <dgm:spPr/>
    </dgm:pt>
    <dgm:pt modelId="{86EB59AB-A31A-4C57-ADF6-C0E89B78AE49}" type="pres">
      <dgm:prSet presAssocID="{14E6A856-C140-42EF-9982-9995141EABDD}" presName="composite" presStyleCnt="0"/>
      <dgm:spPr/>
    </dgm:pt>
    <dgm:pt modelId="{E2341576-443F-4201-8FA3-C7B0ECBD39E6}" type="pres">
      <dgm:prSet presAssocID="{14E6A856-C140-42EF-9982-9995141EABDD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BB584D8-F16A-4297-B159-A8E7CAA2B9D0}" type="pres">
      <dgm:prSet presAssocID="{14E6A856-C140-42EF-9982-9995141EABDD}" presName="parSh" presStyleLbl="node1" presStyleIdx="3" presStyleCnt="4"/>
      <dgm:spPr/>
    </dgm:pt>
    <dgm:pt modelId="{66EC19BA-88FF-4B47-BC3E-FD057713035B}" type="pres">
      <dgm:prSet presAssocID="{14E6A856-C140-42EF-9982-9995141EABDD}" presName="desTx" presStyleLbl="fgAcc1" presStyleIdx="3" presStyleCnt="4">
        <dgm:presLayoutVars>
          <dgm:bulletEnabled val="1"/>
        </dgm:presLayoutVars>
      </dgm:prSet>
      <dgm:spPr/>
    </dgm:pt>
  </dgm:ptLst>
  <dgm:cxnLst>
    <dgm:cxn modelId="{85EBDE01-F4FB-4CFE-906D-C36057A410D8}" srcId="{11B9472C-E367-4B94-83B2-12FC288E5817}" destId="{70E08A2A-E44E-4517-B2BE-830D3EC5E79C}" srcOrd="2" destOrd="0" parTransId="{F31766FF-8B5A-4EBB-82D8-C3B4462B5C85}" sibTransId="{A5E7F85F-430A-43AB-9C41-F449B6DBA699}"/>
    <dgm:cxn modelId="{7012C70C-058C-439E-925B-D71F8F482341}" srcId="{7C21304A-D699-434A-972D-8FB239AFF5AD}" destId="{FD387517-FB75-42F1-8A6F-068C391D3F8E}" srcOrd="1" destOrd="0" parTransId="{413E55D0-82DF-421B-B42E-3ABDA555EF91}" sibTransId="{F08DA4E0-171A-4419-9846-A76EC9A1E38F}"/>
    <dgm:cxn modelId="{9175D619-9C01-4408-8215-50D6AE07E3D6}" type="presOf" srcId="{7C21304A-D699-434A-972D-8FB239AFF5AD}" destId="{E9B36CC2-2ABC-4DCE-A01E-D5CB0AA83454}" srcOrd="1" destOrd="0" presId="urn:microsoft.com/office/officeart/2005/8/layout/process3"/>
    <dgm:cxn modelId="{FCB86D21-ABE0-4272-9A3A-7B3ADB25519C}" type="presOf" srcId="{11B9472C-E367-4B94-83B2-12FC288E5817}" destId="{23138292-12FB-4632-8BF4-B8EC6267D4EF}" srcOrd="1" destOrd="0" presId="urn:microsoft.com/office/officeart/2005/8/layout/process3"/>
    <dgm:cxn modelId="{D527A829-CABD-4F46-8EE3-89C460DCC1E4}" srcId="{3CB64E6B-7DAF-4597-8F05-51B844757FBE}" destId="{14E6A856-C140-42EF-9982-9995141EABDD}" srcOrd="3" destOrd="0" parTransId="{7823C254-D628-4A90-8B6C-788F07D21820}" sibTransId="{BBD43763-E9C5-46BC-B430-21E56FA0C495}"/>
    <dgm:cxn modelId="{A0C2992F-0F4D-4509-B7EA-FD16A2B0B220}" type="presOf" srcId="{F293CA3A-4485-490B-A8BA-12FDA0C09966}" destId="{66EC19BA-88FF-4B47-BC3E-FD057713035B}" srcOrd="0" destOrd="2" presId="urn:microsoft.com/office/officeart/2005/8/layout/process3"/>
    <dgm:cxn modelId="{FBEE2830-11B1-4F39-AA51-4031E1ACD9B8}" srcId="{7C21304A-D699-434A-972D-8FB239AFF5AD}" destId="{18EBD80B-095C-4BBB-BDA7-B1115E5F60EA}" srcOrd="2" destOrd="0" parTransId="{531C5AE6-53B7-4311-855A-E886DBF7C9E3}" sibTransId="{BA6A40D6-CFEA-4B54-A5D1-F2BCA5E28E37}"/>
    <dgm:cxn modelId="{1E2F8236-FA4E-4E2D-9848-6ABD59D41A41}" srcId="{7C21304A-D699-434A-972D-8FB239AFF5AD}" destId="{ACCD5F65-DB87-4AE4-A45F-5E5122C1112D}" srcOrd="0" destOrd="0" parTransId="{44AF41D5-7364-41EE-97C9-8C0A3E28458A}" sibTransId="{AC2AD124-4BC5-45FD-A54A-434811692C5D}"/>
    <dgm:cxn modelId="{2D74005B-9364-4D92-BF99-4FF581F02B65}" srcId="{3CB64E6B-7DAF-4597-8F05-51B844757FBE}" destId="{11B9472C-E367-4B94-83B2-12FC288E5817}" srcOrd="2" destOrd="0" parTransId="{2BE28FF7-AD5C-4E3D-8065-46445EC69852}" sibTransId="{F55B46C3-B687-4204-8812-9352248C89F9}"/>
    <dgm:cxn modelId="{07760742-88D2-48C4-BAC7-1C5F1F56800B}" type="presOf" srcId="{3CB64E6B-7DAF-4597-8F05-51B844757FBE}" destId="{09339E65-7756-41CD-AA77-FBD020C583A4}" srcOrd="0" destOrd="0" presId="urn:microsoft.com/office/officeart/2005/8/layout/process3"/>
    <dgm:cxn modelId="{32C52A45-2A5B-4BBB-8DFD-F8D7D435B2C7}" type="presOf" srcId="{BFCF0F1A-A45F-4E63-90E4-6A175F681486}" destId="{8BF54252-4EF2-485D-86D0-8A7C795A6793}" srcOrd="0" destOrd="1" presId="urn:microsoft.com/office/officeart/2005/8/layout/process3"/>
    <dgm:cxn modelId="{CCC19C6A-6C05-4346-810A-4AC66FFFC929}" srcId="{89CF8457-6F8C-4472-BB68-981CD69CD3F5}" destId="{7EFC3CFB-34D1-4B17-9243-299ADF1CE178}" srcOrd="0" destOrd="0" parTransId="{CCB909B5-148B-45BF-8119-2C5DFFED4689}" sibTransId="{F20E13EF-DAC5-4431-BB9F-422B9F0D847B}"/>
    <dgm:cxn modelId="{71C9CB4A-4963-4C4A-A430-D5D9C8D011C0}" type="presOf" srcId="{AFD1EBEA-D4F9-4C58-9E64-D32674149F64}" destId="{5D8CC994-3154-473E-9895-7967F7507644}" srcOrd="0" destOrd="0" presId="urn:microsoft.com/office/officeart/2005/8/layout/process3"/>
    <dgm:cxn modelId="{2EE0E54A-29B5-41B6-B273-17328D8FD828}" type="presOf" srcId="{14E6A856-C140-42EF-9982-9995141EABDD}" destId="{FBB584D8-F16A-4297-B159-A8E7CAA2B9D0}" srcOrd="1" destOrd="0" presId="urn:microsoft.com/office/officeart/2005/8/layout/process3"/>
    <dgm:cxn modelId="{560E374C-70AF-4B96-B321-6E8065D6EAE5}" type="presOf" srcId="{ACCD5F65-DB87-4AE4-A45F-5E5122C1112D}" destId="{DD330999-9B85-4E1A-A4D1-9348C4C2EDA6}" srcOrd="0" destOrd="0" presId="urn:microsoft.com/office/officeart/2005/8/layout/process3"/>
    <dgm:cxn modelId="{DEF6456C-2BFE-41FF-A284-18B2EC5EFF75}" srcId="{89CF8457-6F8C-4472-BB68-981CD69CD3F5}" destId="{C25A6179-A44B-4513-868A-8F1544A24EF0}" srcOrd="2" destOrd="0" parTransId="{F91898F2-CC1F-4553-B5B4-D4268EECFDB7}" sibTransId="{7EB99DCB-193B-4B91-ADEB-B6EF5955402A}"/>
    <dgm:cxn modelId="{3B32566E-D33B-42E2-8B24-E57E5C881AAC}" srcId="{14E6A856-C140-42EF-9982-9995141EABDD}" destId="{9847D6BC-335E-4EF0-BA06-CDB1529EFBB8}" srcOrd="0" destOrd="0" parTransId="{6B8824A0-756B-4B44-B4C7-506EBF677E48}" sibTransId="{9A679181-23D1-44CF-B66C-28FA1CA8FD18}"/>
    <dgm:cxn modelId="{C465B450-2334-4E4B-8C06-99B2DCE22D65}" type="presOf" srcId="{B433CA13-EA94-4BE9-B273-E5D33B196F90}" destId="{AD6E1B7F-078A-47F0-B347-A81129602B82}" srcOrd="1" destOrd="0" presId="urn:microsoft.com/office/officeart/2005/8/layout/process3"/>
    <dgm:cxn modelId="{4CA5FC54-FDFD-490E-8404-5779078C9DAD}" type="presOf" srcId="{7EFC3CFB-34D1-4B17-9243-299ADF1CE178}" destId="{8BF54252-4EF2-485D-86D0-8A7C795A6793}" srcOrd="0" destOrd="0" presId="urn:microsoft.com/office/officeart/2005/8/layout/process3"/>
    <dgm:cxn modelId="{5B223376-4A81-45D0-9D28-41022DDA5C53}" type="presOf" srcId="{FEC9AC2A-9EE4-4258-854C-1A78F1C8E5D8}" destId="{DD330999-9B85-4E1A-A4D1-9348C4C2EDA6}" srcOrd="0" destOrd="3" presId="urn:microsoft.com/office/officeart/2005/8/layout/process3"/>
    <dgm:cxn modelId="{A48BDF78-06E9-4949-91B1-9103B75F31DC}" type="presOf" srcId="{F55B46C3-B687-4204-8812-9352248C89F9}" destId="{CAF9E59B-BEBD-41A9-B2B8-D8A49ED8BFF8}" srcOrd="0" destOrd="0" presId="urn:microsoft.com/office/officeart/2005/8/layout/process3"/>
    <dgm:cxn modelId="{95264B79-9227-4935-AE5E-293C084964D8}" srcId="{3CB64E6B-7DAF-4597-8F05-51B844757FBE}" destId="{89CF8457-6F8C-4472-BB68-981CD69CD3F5}" srcOrd="1" destOrd="0" parTransId="{E8B709F5-1E4C-4F88-9D92-C7F6EB9D23E8}" sibTransId="{B433CA13-EA94-4BE9-B273-E5D33B196F90}"/>
    <dgm:cxn modelId="{9E627F79-687F-494D-A6C9-16692957E28C}" type="presOf" srcId="{11B9472C-E367-4B94-83B2-12FC288E5817}" destId="{98058784-E255-488A-B6BF-BAAC3CE5A443}" srcOrd="0" destOrd="0" presId="urn:microsoft.com/office/officeart/2005/8/layout/process3"/>
    <dgm:cxn modelId="{F294047B-91E1-4197-9A4C-6072313550E8}" type="presOf" srcId="{89CF8457-6F8C-4472-BB68-981CD69CD3F5}" destId="{6BE35ED8-E296-4498-A63D-3635F2C03EF7}" srcOrd="0" destOrd="0" presId="urn:microsoft.com/office/officeart/2005/8/layout/process3"/>
    <dgm:cxn modelId="{E0D4C87B-EF67-43A1-A7BF-901494B40775}" type="presOf" srcId="{89CF8457-6F8C-4472-BB68-981CD69CD3F5}" destId="{529B08F7-5BAB-488D-BF70-9C0AAB8CC153}" srcOrd="1" destOrd="0" presId="urn:microsoft.com/office/officeart/2005/8/layout/process3"/>
    <dgm:cxn modelId="{013F2A7D-9F41-4BAA-BC2B-400F0F4BF070}" srcId="{89CF8457-6F8C-4472-BB68-981CD69CD3F5}" destId="{6595E8DB-E637-4DC5-B469-DE72777A2A5F}" srcOrd="3" destOrd="0" parTransId="{EAC05906-DF7E-4FF5-8988-C96EC30CC0EE}" sibTransId="{30135421-6D4B-4318-AC25-07F7D2EB4C28}"/>
    <dgm:cxn modelId="{BA72457E-8A01-4FC9-81A7-43AF5E98FDF4}" type="presOf" srcId="{1B0A9B2A-E5D2-4DEF-AF69-ADE405F28CA0}" destId="{D9D6546D-B2E7-407D-B7A0-F53EF6ADCC4B}" srcOrd="0" destOrd="0" presId="urn:microsoft.com/office/officeart/2005/8/layout/process3"/>
    <dgm:cxn modelId="{F00AD38D-7B84-4406-A12D-40E7CEB231DC}" srcId="{14E6A856-C140-42EF-9982-9995141EABDD}" destId="{F293CA3A-4485-490B-A8BA-12FDA0C09966}" srcOrd="2" destOrd="0" parTransId="{4514841D-8B3F-4520-84AC-84DF40C3FBC6}" sibTransId="{3D6BD39D-4853-4F3E-B061-CA2D2414306C}"/>
    <dgm:cxn modelId="{0387FD92-11B3-46BA-94E7-3A8A8D72FFFA}" type="presOf" srcId="{F55B46C3-B687-4204-8812-9352248C89F9}" destId="{A2BF23E7-7BA8-41B8-B974-3F4976AAE2E0}" srcOrd="1" destOrd="0" presId="urn:microsoft.com/office/officeart/2005/8/layout/process3"/>
    <dgm:cxn modelId="{18B0F594-D7B7-4659-A5E3-B45BC5995041}" type="presOf" srcId="{BB46F5AC-618B-4DFF-AC59-90F3D03CC10B}" destId="{5D8CC994-3154-473E-9895-7967F7507644}" srcOrd="0" destOrd="1" presId="urn:microsoft.com/office/officeart/2005/8/layout/process3"/>
    <dgm:cxn modelId="{A92327A1-929C-49A1-832A-0277E7ACAF85}" srcId="{11B9472C-E367-4B94-83B2-12FC288E5817}" destId="{BB46F5AC-618B-4DFF-AC59-90F3D03CC10B}" srcOrd="1" destOrd="0" parTransId="{0DC62882-EED5-45E5-96EE-5DB641E0C6D4}" sibTransId="{C7FC5DA4-8A50-41C4-AB69-CD69CC5BC089}"/>
    <dgm:cxn modelId="{FECB34A3-FCDC-4E5E-9097-554E63E4DB80}" type="presOf" srcId="{70E08A2A-E44E-4517-B2BE-830D3EC5E79C}" destId="{5D8CC994-3154-473E-9895-7967F7507644}" srcOrd="0" destOrd="2" presId="urn:microsoft.com/office/officeart/2005/8/layout/process3"/>
    <dgm:cxn modelId="{809D0EB2-3B85-4B4B-AEB4-2686A2D8DC1C}" type="presOf" srcId="{1B0A9B2A-E5D2-4DEF-AF69-ADE405F28CA0}" destId="{1F482F44-A233-4039-9388-92899B0AF21E}" srcOrd="1" destOrd="0" presId="urn:microsoft.com/office/officeart/2005/8/layout/process3"/>
    <dgm:cxn modelId="{F4176DB7-8413-4801-B4AC-EBAA542007CB}" srcId="{11B9472C-E367-4B94-83B2-12FC288E5817}" destId="{AFD1EBEA-D4F9-4C58-9E64-D32674149F64}" srcOrd="0" destOrd="0" parTransId="{BAB099A1-19A8-4F34-8424-20F6922574FC}" sibTransId="{8A550CB0-D164-4449-8234-3B85E8E1DBF4}"/>
    <dgm:cxn modelId="{5ADE5CB8-D950-432F-B37D-F85D3E5F8532}" type="presOf" srcId="{6595E8DB-E637-4DC5-B469-DE72777A2A5F}" destId="{8BF54252-4EF2-485D-86D0-8A7C795A6793}" srcOrd="0" destOrd="3" presId="urn:microsoft.com/office/officeart/2005/8/layout/process3"/>
    <dgm:cxn modelId="{0D54A0C5-DFC8-4DA6-8D88-098FD2E8C014}" type="presOf" srcId="{14E6A856-C140-42EF-9982-9995141EABDD}" destId="{E2341576-443F-4201-8FA3-C7B0ECBD39E6}" srcOrd="0" destOrd="0" presId="urn:microsoft.com/office/officeart/2005/8/layout/process3"/>
    <dgm:cxn modelId="{3C0389C8-12AC-4275-A234-B69FE7340FDF}" srcId="{14E6A856-C140-42EF-9982-9995141EABDD}" destId="{D18A6816-0BB9-4142-8F7E-230AE6AA4B04}" srcOrd="1" destOrd="0" parTransId="{4960E22A-56DD-44AE-9DCF-0CCC65FB202D}" sibTransId="{34799715-4950-4C76-BEC8-09A27DB04306}"/>
    <dgm:cxn modelId="{6D0AA4C8-7065-4537-94AD-75982A18386C}" type="presOf" srcId="{18EBD80B-095C-4BBB-BDA7-B1115E5F60EA}" destId="{DD330999-9B85-4E1A-A4D1-9348C4C2EDA6}" srcOrd="0" destOrd="2" presId="urn:microsoft.com/office/officeart/2005/8/layout/process3"/>
    <dgm:cxn modelId="{B19E1ECD-1227-43C5-9615-CB28F28BD813}" srcId="{3CB64E6B-7DAF-4597-8F05-51B844757FBE}" destId="{7C21304A-D699-434A-972D-8FB239AFF5AD}" srcOrd="0" destOrd="0" parTransId="{588B1510-6D2C-4B3B-89DF-4D8F5DCA7960}" sibTransId="{1B0A9B2A-E5D2-4DEF-AF69-ADE405F28CA0}"/>
    <dgm:cxn modelId="{AAB360CF-77F9-4468-B207-156C36973413}" type="presOf" srcId="{C25A6179-A44B-4513-868A-8F1544A24EF0}" destId="{8BF54252-4EF2-485D-86D0-8A7C795A6793}" srcOrd="0" destOrd="2" presId="urn:microsoft.com/office/officeart/2005/8/layout/process3"/>
    <dgm:cxn modelId="{9D91BFD0-F0F1-4C6D-B100-144B9E8A6328}" srcId="{7C21304A-D699-434A-972D-8FB239AFF5AD}" destId="{FEC9AC2A-9EE4-4258-854C-1A78F1C8E5D8}" srcOrd="3" destOrd="0" parTransId="{20D4DC22-38B0-41C1-9EAF-60FFB4E8D6F2}" sibTransId="{7B6D9A33-ED82-4903-9CB1-4F2DD6AB862A}"/>
    <dgm:cxn modelId="{809207D1-2B65-47EC-B8EB-7BE41E8F9478}" srcId="{89CF8457-6F8C-4472-BB68-981CD69CD3F5}" destId="{BFCF0F1A-A45F-4E63-90E4-6A175F681486}" srcOrd="1" destOrd="0" parTransId="{2073B551-11BC-48FD-9BB0-C8099B19EDB3}" sibTransId="{C298C575-7274-4270-BA75-B2AC521ED1E6}"/>
    <dgm:cxn modelId="{DC2A8EDA-309E-4AEE-AD69-FF9E2C330F71}" type="presOf" srcId="{7C21304A-D699-434A-972D-8FB239AFF5AD}" destId="{E6164F1A-E1A2-4CE4-B9F5-68402A8B8AC0}" srcOrd="0" destOrd="0" presId="urn:microsoft.com/office/officeart/2005/8/layout/process3"/>
    <dgm:cxn modelId="{0866F8DC-89B9-45E2-BB39-91F50F530907}" type="presOf" srcId="{9847D6BC-335E-4EF0-BA06-CDB1529EFBB8}" destId="{66EC19BA-88FF-4B47-BC3E-FD057713035B}" srcOrd="0" destOrd="0" presId="urn:microsoft.com/office/officeart/2005/8/layout/process3"/>
    <dgm:cxn modelId="{1DABF1E2-63AF-4201-B20C-FF5B32BE869D}" type="presOf" srcId="{B433CA13-EA94-4BE9-B273-E5D33B196F90}" destId="{54B3DCA4-10FC-40D8-A153-03451C2A41E4}" srcOrd="0" destOrd="0" presId="urn:microsoft.com/office/officeart/2005/8/layout/process3"/>
    <dgm:cxn modelId="{9A0D8BF0-8F07-46BD-AF63-E2B3C9A7FA6C}" type="presOf" srcId="{FD387517-FB75-42F1-8A6F-068C391D3F8E}" destId="{DD330999-9B85-4E1A-A4D1-9348C4C2EDA6}" srcOrd="0" destOrd="1" presId="urn:microsoft.com/office/officeart/2005/8/layout/process3"/>
    <dgm:cxn modelId="{F1142DF8-17A8-4488-8F90-A4043B44EB16}" type="presOf" srcId="{D18A6816-0BB9-4142-8F7E-230AE6AA4B04}" destId="{66EC19BA-88FF-4B47-BC3E-FD057713035B}" srcOrd="0" destOrd="1" presId="urn:microsoft.com/office/officeart/2005/8/layout/process3"/>
    <dgm:cxn modelId="{772CE9F3-D15A-4669-B05A-86DDB9A63F02}" type="presParOf" srcId="{09339E65-7756-41CD-AA77-FBD020C583A4}" destId="{20C3A55D-45B0-4B96-8AD3-7D3B3F11090C}" srcOrd="0" destOrd="0" presId="urn:microsoft.com/office/officeart/2005/8/layout/process3"/>
    <dgm:cxn modelId="{088A8320-16CB-4B95-B776-1B3776768DB7}" type="presParOf" srcId="{20C3A55D-45B0-4B96-8AD3-7D3B3F11090C}" destId="{E6164F1A-E1A2-4CE4-B9F5-68402A8B8AC0}" srcOrd="0" destOrd="0" presId="urn:microsoft.com/office/officeart/2005/8/layout/process3"/>
    <dgm:cxn modelId="{30F9C7D6-259F-4EF9-9BCA-8F6C7AE668C2}" type="presParOf" srcId="{20C3A55D-45B0-4B96-8AD3-7D3B3F11090C}" destId="{E9B36CC2-2ABC-4DCE-A01E-D5CB0AA83454}" srcOrd="1" destOrd="0" presId="urn:microsoft.com/office/officeart/2005/8/layout/process3"/>
    <dgm:cxn modelId="{843BACFF-6A72-4C50-A009-59E6E555FC3B}" type="presParOf" srcId="{20C3A55D-45B0-4B96-8AD3-7D3B3F11090C}" destId="{DD330999-9B85-4E1A-A4D1-9348C4C2EDA6}" srcOrd="2" destOrd="0" presId="urn:microsoft.com/office/officeart/2005/8/layout/process3"/>
    <dgm:cxn modelId="{AB535D24-A4A7-486E-8994-48DBBC185854}" type="presParOf" srcId="{09339E65-7756-41CD-AA77-FBD020C583A4}" destId="{D9D6546D-B2E7-407D-B7A0-F53EF6ADCC4B}" srcOrd="1" destOrd="0" presId="urn:microsoft.com/office/officeart/2005/8/layout/process3"/>
    <dgm:cxn modelId="{5D717624-DEF5-453F-8378-B10C92CAAB41}" type="presParOf" srcId="{D9D6546D-B2E7-407D-B7A0-F53EF6ADCC4B}" destId="{1F482F44-A233-4039-9388-92899B0AF21E}" srcOrd="0" destOrd="0" presId="urn:microsoft.com/office/officeart/2005/8/layout/process3"/>
    <dgm:cxn modelId="{6B6F43E4-8F64-4066-840E-27AF2DEC073B}" type="presParOf" srcId="{09339E65-7756-41CD-AA77-FBD020C583A4}" destId="{9FE29C0C-666F-40BA-B4C1-831B4BE3D93F}" srcOrd="2" destOrd="0" presId="urn:microsoft.com/office/officeart/2005/8/layout/process3"/>
    <dgm:cxn modelId="{97749957-34FC-4383-AE43-53F3705AF48E}" type="presParOf" srcId="{9FE29C0C-666F-40BA-B4C1-831B4BE3D93F}" destId="{6BE35ED8-E296-4498-A63D-3635F2C03EF7}" srcOrd="0" destOrd="0" presId="urn:microsoft.com/office/officeart/2005/8/layout/process3"/>
    <dgm:cxn modelId="{9185F5F9-087B-4709-927F-05F826228710}" type="presParOf" srcId="{9FE29C0C-666F-40BA-B4C1-831B4BE3D93F}" destId="{529B08F7-5BAB-488D-BF70-9C0AAB8CC153}" srcOrd="1" destOrd="0" presId="urn:microsoft.com/office/officeart/2005/8/layout/process3"/>
    <dgm:cxn modelId="{DF5E6687-ACC2-4B4E-8A8C-3266BEA6ADB7}" type="presParOf" srcId="{9FE29C0C-666F-40BA-B4C1-831B4BE3D93F}" destId="{8BF54252-4EF2-485D-86D0-8A7C795A6793}" srcOrd="2" destOrd="0" presId="urn:microsoft.com/office/officeart/2005/8/layout/process3"/>
    <dgm:cxn modelId="{F5149E9C-762F-4A51-BF25-BAC26ACE5EC3}" type="presParOf" srcId="{09339E65-7756-41CD-AA77-FBD020C583A4}" destId="{54B3DCA4-10FC-40D8-A153-03451C2A41E4}" srcOrd="3" destOrd="0" presId="urn:microsoft.com/office/officeart/2005/8/layout/process3"/>
    <dgm:cxn modelId="{2333B731-E45F-4179-8F18-5F4A2CFE48FF}" type="presParOf" srcId="{54B3DCA4-10FC-40D8-A153-03451C2A41E4}" destId="{AD6E1B7F-078A-47F0-B347-A81129602B82}" srcOrd="0" destOrd="0" presId="urn:microsoft.com/office/officeart/2005/8/layout/process3"/>
    <dgm:cxn modelId="{6AD2470C-12DB-4D50-95AF-FE2F223DE0FF}" type="presParOf" srcId="{09339E65-7756-41CD-AA77-FBD020C583A4}" destId="{E0E571BD-8A73-4EEF-B7B6-90CD2C2D9F02}" srcOrd="4" destOrd="0" presId="urn:microsoft.com/office/officeart/2005/8/layout/process3"/>
    <dgm:cxn modelId="{BD7F446D-9C92-4F21-ABEF-7DE1B3A95954}" type="presParOf" srcId="{E0E571BD-8A73-4EEF-B7B6-90CD2C2D9F02}" destId="{98058784-E255-488A-B6BF-BAAC3CE5A443}" srcOrd="0" destOrd="0" presId="urn:microsoft.com/office/officeart/2005/8/layout/process3"/>
    <dgm:cxn modelId="{09B758B5-1790-4AD0-AA2A-610D3E3BF923}" type="presParOf" srcId="{E0E571BD-8A73-4EEF-B7B6-90CD2C2D9F02}" destId="{23138292-12FB-4632-8BF4-B8EC6267D4EF}" srcOrd="1" destOrd="0" presId="urn:microsoft.com/office/officeart/2005/8/layout/process3"/>
    <dgm:cxn modelId="{A8527CE9-85F6-4713-99E8-A0703E368A90}" type="presParOf" srcId="{E0E571BD-8A73-4EEF-B7B6-90CD2C2D9F02}" destId="{5D8CC994-3154-473E-9895-7967F7507644}" srcOrd="2" destOrd="0" presId="urn:microsoft.com/office/officeart/2005/8/layout/process3"/>
    <dgm:cxn modelId="{0C678EF6-A68F-47C5-A33A-4BDC8067CBB2}" type="presParOf" srcId="{09339E65-7756-41CD-AA77-FBD020C583A4}" destId="{CAF9E59B-BEBD-41A9-B2B8-D8A49ED8BFF8}" srcOrd="5" destOrd="0" presId="urn:microsoft.com/office/officeart/2005/8/layout/process3"/>
    <dgm:cxn modelId="{BA5FAEF3-7C19-4ABA-A917-5ADD8665D6BC}" type="presParOf" srcId="{CAF9E59B-BEBD-41A9-B2B8-D8A49ED8BFF8}" destId="{A2BF23E7-7BA8-41B8-B974-3F4976AAE2E0}" srcOrd="0" destOrd="0" presId="urn:microsoft.com/office/officeart/2005/8/layout/process3"/>
    <dgm:cxn modelId="{1CDBACC8-DDBC-48E9-ABBE-CD5F131B6A74}" type="presParOf" srcId="{09339E65-7756-41CD-AA77-FBD020C583A4}" destId="{86EB59AB-A31A-4C57-ADF6-C0E89B78AE49}" srcOrd="6" destOrd="0" presId="urn:microsoft.com/office/officeart/2005/8/layout/process3"/>
    <dgm:cxn modelId="{E43CC5D2-B8E1-4F06-9C49-17A677E6B208}" type="presParOf" srcId="{86EB59AB-A31A-4C57-ADF6-C0E89B78AE49}" destId="{E2341576-443F-4201-8FA3-C7B0ECBD39E6}" srcOrd="0" destOrd="0" presId="urn:microsoft.com/office/officeart/2005/8/layout/process3"/>
    <dgm:cxn modelId="{815F2057-270C-459C-9222-38C804C0E717}" type="presParOf" srcId="{86EB59AB-A31A-4C57-ADF6-C0E89B78AE49}" destId="{FBB584D8-F16A-4297-B159-A8E7CAA2B9D0}" srcOrd="1" destOrd="0" presId="urn:microsoft.com/office/officeart/2005/8/layout/process3"/>
    <dgm:cxn modelId="{DAB5AB5D-514F-4F25-B2B3-93A7F5A36BA2}" type="presParOf" srcId="{86EB59AB-A31A-4C57-ADF6-C0E89B78AE49}" destId="{66EC19BA-88FF-4B47-BC3E-FD057713035B}" srcOrd="2" destOrd="0" presId="urn:microsoft.com/office/officeart/2005/8/layout/process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36CC2-2ABC-4DCE-A01E-D5CB0AA83454}">
      <dsp:nvSpPr>
        <dsp:cNvPr id="0" name=""/>
        <dsp:cNvSpPr/>
      </dsp:nvSpPr>
      <dsp:spPr>
        <a:xfrm>
          <a:off x="1541" y="18094"/>
          <a:ext cx="1936514" cy="22032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600" b="1" kern="1200" dirty="0"/>
            <a:t>About QuickBite Express</a:t>
          </a:r>
          <a:endParaRPr lang="en-IN" sz="1600" kern="1200" dirty="0"/>
        </a:p>
      </dsp:txBody>
      <dsp:txXfrm>
        <a:off x="1541" y="18094"/>
        <a:ext cx="1936514" cy="774605"/>
      </dsp:txXfrm>
    </dsp:sp>
    <dsp:sp modelId="{DD330999-9B85-4E1A-A4D1-9348C4C2EDA6}">
      <dsp:nvSpPr>
        <dsp:cNvPr id="0" name=""/>
        <dsp:cNvSpPr/>
      </dsp:nvSpPr>
      <dsp:spPr>
        <a:xfrm>
          <a:off x="398176" y="792699"/>
          <a:ext cx="1936514" cy="2937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Company Introduction and details</a:t>
          </a: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Business Impact of Crisis</a:t>
          </a:r>
          <a:endParaRPr lang="en-IN" sz="1300" kern="1200" dirty="0">
            <a:solidFill>
              <a:srgbClr val="525A6B"/>
            </a:solidFill>
          </a:endParaRPr>
        </a:p>
      </dsp:txBody>
      <dsp:txXfrm>
        <a:off x="454895" y="849418"/>
        <a:ext cx="1823076" cy="2824162"/>
      </dsp:txXfrm>
    </dsp:sp>
    <dsp:sp modelId="{D9D6546D-B2E7-407D-B7A0-F53EF6ADCC4B}">
      <dsp:nvSpPr>
        <dsp:cNvPr id="0" name=""/>
        <dsp:cNvSpPr/>
      </dsp:nvSpPr>
      <dsp:spPr>
        <a:xfrm>
          <a:off x="2231624" y="164328"/>
          <a:ext cx="622365" cy="482136"/>
        </a:xfrm>
        <a:prstGeom prst="rightArrow">
          <a:avLst>
            <a:gd name="adj1" fmla="val 60000"/>
            <a:gd name="adj2" fmla="val 50000"/>
          </a:avLst>
        </a:prstGeom>
        <a:solidFill>
          <a:srgbClr val="FFA18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231624" y="260755"/>
        <a:ext cx="477724" cy="289282"/>
      </dsp:txXfrm>
    </dsp:sp>
    <dsp:sp modelId="{529B08F7-5BAB-488D-BF70-9C0AAB8CC153}">
      <dsp:nvSpPr>
        <dsp:cNvPr id="0" name=""/>
        <dsp:cNvSpPr/>
      </dsp:nvSpPr>
      <dsp:spPr>
        <a:xfrm>
          <a:off x="3112330" y="18094"/>
          <a:ext cx="1936514" cy="22032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600" b="1" kern="1200" dirty="0"/>
            <a:t>Business Insights and Findings</a:t>
          </a:r>
          <a:endParaRPr lang="en-IN" sz="1600" kern="1200" dirty="0"/>
        </a:p>
      </dsp:txBody>
      <dsp:txXfrm>
        <a:off x="3112330" y="18094"/>
        <a:ext cx="1936514" cy="774605"/>
      </dsp:txXfrm>
    </dsp:sp>
    <dsp:sp modelId="{8BF54252-4EF2-485D-86D0-8A7C795A6793}">
      <dsp:nvSpPr>
        <dsp:cNvPr id="0" name=""/>
        <dsp:cNvSpPr/>
      </dsp:nvSpPr>
      <dsp:spPr>
        <a:xfrm>
          <a:off x="3508965" y="792699"/>
          <a:ext cx="1936514" cy="2937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Overall decline during Crisis (vs.  Decline)</a:t>
          </a: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>
              <a:solidFill>
                <a:srgbClr val="525A6B"/>
              </a:solidFill>
            </a:rPr>
            <a:t>Customer Sentiment and Experience</a:t>
          </a: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Top 5% Customer Analysis</a:t>
          </a:r>
          <a:endParaRPr lang="en-IN" sz="1300" kern="1200" dirty="0">
            <a:solidFill>
              <a:srgbClr val="525A6B"/>
            </a:solidFill>
          </a:endParaRPr>
        </a:p>
      </dsp:txBody>
      <dsp:txXfrm>
        <a:off x="3565684" y="849418"/>
        <a:ext cx="1823076" cy="2824162"/>
      </dsp:txXfrm>
    </dsp:sp>
    <dsp:sp modelId="{54B3DCA4-10FC-40D8-A153-03451C2A41E4}">
      <dsp:nvSpPr>
        <dsp:cNvPr id="0" name=""/>
        <dsp:cNvSpPr/>
      </dsp:nvSpPr>
      <dsp:spPr>
        <a:xfrm>
          <a:off x="5342413" y="164328"/>
          <a:ext cx="622365" cy="482136"/>
        </a:xfrm>
        <a:prstGeom prst="rightArrow">
          <a:avLst>
            <a:gd name="adj1" fmla="val 60000"/>
            <a:gd name="adj2" fmla="val 50000"/>
          </a:avLst>
        </a:prstGeom>
        <a:solidFill>
          <a:srgbClr val="FFA18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342413" y="260755"/>
        <a:ext cx="477724" cy="289282"/>
      </dsp:txXfrm>
    </dsp:sp>
    <dsp:sp modelId="{23138292-12FB-4632-8BF4-B8EC6267D4EF}">
      <dsp:nvSpPr>
        <dsp:cNvPr id="0" name=""/>
        <dsp:cNvSpPr/>
      </dsp:nvSpPr>
      <dsp:spPr>
        <a:xfrm>
          <a:off x="6223118" y="18094"/>
          <a:ext cx="1936514" cy="22032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600" b="1" kern="1200" dirty="0"/>
            <a:t>Recommendations</a:t>
          </a:r>
          <a:endParaRPr lang="en-IN" sz="1600" kern="1200" dirty="0"/>
        </a:p>
      </dsp:txBody>
      <dsp:txXfrm>
        <a:off x="6223118" y="18094"/>
        <a:ext cx="1936514" cy="774605"/>
      </dsp:txXfrm>
    </dsp:sp>
    <dsp:sp modelId="{5D8CC994-3154-473E-9895-7967F7507644}">
      <dsp:nvSpPr>
        <dsp:cNvPr id="0" name=""/>
        <dsp:cNvSpPr/>
      </dsp:nvSpPr>
      <dsp:spPr>
        <a:xfrm>
          <a:off x="6619754" y="792699"/>
          <a:ext cx="1936514" cy="2937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Root Cause Analysis &amp; Quality issues 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SLA Compliance &amp; Delivery Performance</a:t>
          </a: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Customer Win-back strategy</a:t>
          </a: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1300" kern="1200" dirty="0">
            <a:solidFill>
              <a:srgbClr val="525A6B"/>
            </a:solidFill>
          </a:endParaRPr>
        </a:p>
      </dsp:txBody>
      <dsp:txXfrm>
        <a:off x="6676473" y="849418"/>
        <a:ext cx="1823076" cy="2824162"/>
      </dsp:txXfrm>
    </dsp:sp>
    <dsp:sp modelId="{CAF9E59B-BEBD-41A9-B2B8-D8A49ED8BFF8}">
      <dsp:nvSpPr>
        <dsp:cNvPr id="0" name=""/>
        <dsp:cNvSpPr/>
      </dsp:nvSpPr>
      <dsp:spPr>
        <a:xfrm>
          <a:off x="8453202" y="164328"/>
          <a:ext cx="622365" cy="482136"/>
        </a:xfrm>
        <a:prstGeom prst="rightArrow">
          <a:avLst>
            <a:gd name="adj1" fmla="val 60000"/>
            <a:gd name="adj2" fmla="val 50000"/>
          </a:avLst>
        </a:prstGeom>
        <a:solidFill>
          <a:srgbClr val="FFA18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8453202" y="260755"/>
        <a:ext cx="477724" cy="289282"/>
      </dsp:txXfrm>
    </dsp:sp>
    <dsp:sp modelId="{FBB584D8-F16A-4297-B159-A8E7CAA2B9D0}">
      <dsp:nvSpPr>
        <dsp:cNvPr id="0" name=""/>
        <dsp:cNvSpPr/>
      </dsp:nvSpPr>
      <dsp:spPr>
        <a:xfrm>
          <a:off x="9333907" y="18094"/>
          <a:ext cx="1936514" cy="22032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600" b="1" kern="1200" dirty="0"/>
            <a:t>Implementation Timeline </a:t>
          </a:r>
          <a:endParaRPr lang="en-IN" sz="1600" kern="1200" dirty="0"/>
        </a:p>
      </dsp:txBody>
      <dsp:txXfrm>
        <a:off x="9333907" y="18094"/>
        <a:ext cx="1936514" cy="774605"/>
      </dsp:txXfrm>
    </dsp:sp>
    <dsp:sp modelId="{66EC19BA-88FF-4B47-BC3E-FD057713035B}">
      <dsp:nvSpPr>
        <dsp:cNvPr id="0" name=""/>
        <dsp:cNvSpPr/>
      </dsp:nvSpPr>
      <dsp:spPr>
        <a:xfrm>
          <a:off x="9730543" y="792699"/>
          <a:ext cx="1936514" cy="2937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 dirty="0">
              <a:solidFill>
                <a:srgbClr val="525A6B"/>
              </a:solidFill>
            </a:rPr>
            <a:t>45-Days implementation timeline for the recommendations with targets</a:t>
          </a:r>
          <a:endParaRPr lang="en-IN" sz="1300" kern="1200" dirty="0">
            <a:solidFill>
              <a:srgbClr val="525A6B"/>
            </a:solidFill>
          </a:endParaRPr>
        </a:p>
      </dsp:txBody>
      <dsp:txXfrm>
        <a:off x="9787262" y="849418"/>
        <a:ext cx="1823076" cy="28241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36CC2-2ABC-4DCE-A01E-D5CB0AA83454}">
      <dsp:nvSpPr>
        <dsp:cNvPr id="0" name=""/>
        <dsp:cNvSpPr/>
      </dsp:nvSpPr>
      <dsp:spPr>
        <a:xfrm>
          <a:off x="1496" y="596"/>
          <a:ext cx="1880001" cy="22464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400" b="1" kern="1200" dirty="0"/>
            <a:t>Phase 1: Assessment &amp; Framework (Nov 10 – Nov 24)</a:t>
          </a:r>
          <a:endParaRPr lang="en-IN" sz="1400" kern="1200" dirty="0"/>
        </a:p>
      </dsp:txBody>
      <dsp:txXfrm>
        <a:off x="1496" y="596"/>
        <a:ext cx="1880001" cy="752000"/>
      </dsp:txXfrm>
    </dsp:sp>
    <dsp:sp modelId="{DD330999-9B85-4E1A-A4D1-9348C4C2EDA6}">
      <dsp:nvSpPr>
        <dsp:cNvPr id="0" name=""/>
        <dsp:cNvSpPr/>
      </dsp:nvSpPr>
      <dsp:spPr>
        <a:xfrm>
          <a:off x="386556" y="752597"/>
          <a:ext cx="1880001" cy="2995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Kick-off task force and finalize campaign budgets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Conduct kitchen audits across 8 cities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Finalize Quality Verified certification standards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Redesign SLA framework including new dispatch time metric</a:t>
          </a:r>
        </a:p>
      </dsp:txBody>
      <dsp:txXfrm>
        <a:off x="441619" y="807660"/>
        <a:ext cx="1769875" cy="2885074"/>
      </dsp:txXfrm>
    </dsp:sp>
    <dsp:sp modelId="{D9D6546D-B2E7-407D-B7A0-F53EF6ADCC4B}">
      <dsp:nvSpPr>
        <dsp:cNvPr id="0" name=""/>
        <dsp:cNvSpPr/>
      </dsp:nvSpPr>
      <dsp:spPr>
        <a:xfrm>
          <a:off x="2166499" y="142563"/>
          <a:ext cx="604203" cy="468066"/>
        </a:xfrm>
        <a:prstGeom prst="rightArrow">
          <a:avLst>
            <a:gd name="adj1" fmla="val 60000"/>
            <a:gd name="adj2" fmla="val 50000"/>
          </a:avLst>
        </a:prstGeom>
        <a:solidFill>
          <a:srgbClr val="FFA18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166499" y="236176"/>
        <a:ext cx="463783" cy="280840"/>
      </dsp:txXfrm>
    </dsp:sp>
    <dsp:sp modelId="{529B08F7-5BAB-488D-BF70-9C0AAB8CC153}">
      <dsp:nvSpPr>
        <dsp:cNvPr id="0" name=""/>
        <dsp:cNvSpPr/>
      </dsp:nvSpPr>
      <dsp:spPr>
        <a:xfrm>
          <a:off x="3021503" y="596"/>
          <a:ext cx="1880001" cy="22464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400" b="1" kern="1200" dirty="0"/>
            <a:t>Phase 2: System Integration &amp; Pilot (Nov 25 – Dec 9)</a:t>
          </a:r>
          <a:endParaRPr lang="en-IN" sz="1400" kern="1200" dirty="0"/>
        </a:p>
      </dsp:txBody>
      <dsp:txXfrm>
        <a:off x="3021503" y="596"/>
        <a:ext cx="1880001" cy="752000"/>
      </dsp:txXfrm>
    </dsp:sp>
    <dsp:sp modelId="{8BF54252-4EF2-485D-86D0-8A7C795A6793}">
      <dsp:nvSpPr>
        <dsp:cNvPr id="0" name=""/>
        <dsp:cNvSpPr/>
      </dsp:nvSpPr>
      <dsp:spPr>
        <a:xfrm>
          <a:off x="3406564" y="752597"/>
          <a:ext cx="1880001" cy="2995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Implement SLA tracker and partner dashboard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Begin internal testing of real-time tracking system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Launch “We Heard You” campaign on social channels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Pilot “Quick Bhi, Quality Bhi” and “Aur Quantity Bhi” in 2 key cities (incl. Bangalore)</a:t>
          </a:r>
        </a:p>
      </dsp:txBody>
      <dsp:txXfrm>
        <a:off x="3461627" y="807660"/>
        <a:ext cx="1769875" cy="2885074"/>
      </dsp:txXfrm>
    </dsp:sp>
    <dsp:sp modelId="{54B3DCA4-10FC-40D8-A153-03451C2A41E4}">
      <dsp:nvSpPr>
        <dsp:cNvPr id="0" name=""/>
        <dsp:cNvSpPr/>
      </dsp:nvSpPr>
      <dsp:spPr>
        <a:xfrm>
          <a:off x="5186507" y="142563"/>
          <a:ext cx="604203" cy="468066"/>
        </a:xfrm>
        <a:prstGeom prst="rightArrow">
          <a:avLst>
            <a:gd name="adj1" fmla="val 60000"/>
            <a:gd name="adj2" fmla="val 50000"/>
          </a:avLst>
        </a:prstGeom>
        <a:solidFill>
          <a:srgbClr val="FFA18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5186507" y="236176"/>
        <a:ext cx="463783" cy="280840"/>
      </dsp:txXfrm>
    </dsp:sp>
    <dsp:sp modelId="{23138292-12FB-4632-8BF4-B8EC6267D4EF}">
      <dsp:nvSpPr>
        <dsp:cNvPr id="0" name=""/>
        <dsp:cNvSpPr/>
      </dsp:nvSpPr>
      <dsp:spPr>
        <a:xfrm>
          <a:off x="6041511" y="596"/>
          <a:ext cx="1880001" cy="22464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400" b="1" kern="1200" dirty="0"/>
            <a:t>Phase 3: Campaign Rollout &amp; Engagement (Dec 10 – Dec 24)</a:t>
          </a:r>
          <a:endParaRPr lang="en-IN" sz="1400" kern="1200" dirty="0"/>
        </a:p>
      </dsp:txBody>
      <dsp:txXfrm>
        <a:off x="6041511" y="596"/>
        <a:ext cx="1880001" cy="752000"/>
      </dsp:txXfrm>
    </dsp:sp>
    <dsp:sp modelId="{5D8CC994-3154-473E-9895-7967F7507644}">
      <dsp:nvSpPr>
        <dsp:cNvPr id="0" name=""/>
        <dsp:cNvSpPr/>
      </dsp:nvSpPr>
      <dsp:spPr>
        <a:xfrm>
          <a:off x="6426572" y="752597"/>
          <a:ext cx="1880001" cy="2995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Expand marketing and quality campaigns across all 8 cities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Roll out loyalty program and personalized notifications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Collaborate with regional influencers and fitness creators promoting high-protein and vegan catalogues</a:t>
          </a:r>
        </a:p>
      </dsp:txBody>
      <dsp:txXfrm>
        <a:off x="6481635" y="807660"/>
        <a:ext cx="1769875" cy="2885074"/>
      </dsp:txXfrm>
    </dsp:sp>
    <dsp:sp modelId="{CAF9E59B-BEBD-41A9-B2B8-D8A49ED8BFF8}">
      <dsp:nvSpPr>
        <dsp:cNvPr id="0" name=""/>
        <dsp:cNvSpPr/>
      </dsp:nvSpPr>
      <dsp:spPr>
        <a:xfrm>
          <a:off x="8206514" y="142563"/>
          <a:ext cx="604203" cy="468066"/>
        </a:xfrm>
        <a:prstGeom prst="rightArrow">
          <a:avLst>
            <a:gd name="adj1" fmla="val 60000"/>
            <a:gd name="adj2" fmla="val 50000"/>
          </a:avLst>
        </a:prstGeom>
        <a:solidFill>
          <a:srgbClr val="FFA18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8206514" y="236176"/>
        <a:ext cx="463783" cy="280840"/>
      </dsp:txXfrm>
    </dsp:sp>
    <dsp:sp modelId="{FBB584D8-F16A-4297-B159-A8E7CAA2B9D0}">
      <dsp:nvSpPr>
        <dsp:cNvPr id="0" name=""/>
        <dsp:cNvSpPr/>
      </dsp:nvSpPr>
      <dsp:spPr>
        <a:xfrm>
          <a:off x="9061519" y="596"/>
          <a:ext cx="1880001" cy="2246400"/>
        </a:xfrm>
        <a:prstGeom prst="roundRect">
          <a:avLst>
            <a:gd name="adj" fmla="val 10000"/>
          </a:avLst>
        </a:prstGeom>
        <a:solidFill>
          <a:srgbClr val="FF7A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n-IN" sz="1400" b="1" kern="1200" dirty="0"/>
            <a:t>Phase 4: Peak Readiness &amp; Year-End Push (Dec 25 – Dec 31)</a:t>
          </a:r>
          <a:endParaRPr lang="en-IN" sz="1400" kern="1200" dirty="0"/>
        </a:p>
      </dsp:txBody>
      <dsp:txXfrm>
        <a:off x="9061519" y="596"/>
        <a:ext cx="1880001" cy="752000"/>
      </dsp:txXfrm>
    </dsp:sp>
    <dsp:sp modelId="{66EC19BA-88FF-4B47-BC3E-FD057713035B}">
      <dsp:nvSpPr>
        <dsp:cNvPr id="0" name=""/>
        <dsp:cNvSpPr/>
      </dsp:nvSpPr>
      <dsp:spPr>
        <a:xfrm>
          <a:off x="9446580" y="752597"/>
          <a:ext cx="1880001" cy="2995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7A5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Intensify promotional activity during New Year week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Track SLA performance and sentiment in real time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300" kern="1200" dirty="0">
              <a:solidFill>
                <a:srgbClr val="525A6B"/>
              </a:solidFill>
            </a:rPr>
            <a:t>Release “We Improved Together” campaign summarizing visible improvements and customer trust milestones</a:t>
          </a:r>
        </a:p>
      </dsp:txBody>
      <dsp:txXfrm>
        <a:off x="9501643" y="807660"/>
        <a:ext cx="1769875" cy="28850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3B0F-B292-9B17-4528-5233E62DE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402B8-28CA-E9D0-6320-6E6EFE704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3DEE2-20E1-1951-80DA-C6CC22BD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F3400-0774-365B-8A0F-3E858BAD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61ADB-F9AC-FE38-BA54-603B2501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0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637-AD76-A0C2-9046-D6060F18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36E9A-2C1C-BFB9-5400-791A80B73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82012-625E-ABF3-9AF7-6FBEE8CB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E7A55-619A-7218-B621-3468C7F5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0CE8B-7BC8-EADC-6819-E7FAA1A58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59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CDEB-2BCD-6417-8568-11492393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DF372-E5A8-C996-0CE4-29A71B500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F7DF-6B68-6EA7-2C9A-94C7004A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55DB3-41F7-2CC8-D9FA-CC576793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9020-966E-BFC5-84B5-2B4A01E9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3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4117-44BE-8B0E-72E2-DE7A6A88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6AF9-B365-527C-6CF8-EA16BB817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24986-4FB4-2D1E-723F-44042C91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D3F4C-DEEF-3BC7-94D1-77A8B773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54F29-EE30-F5BC-9535-1FC20036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CE078-1864-B6B9-1E5B-C4015E40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27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28D0-CB5F-4F4B-87EB-E61AE01F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04308-E0AC-A255-A7E3-6E83AEAF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730F1-D702-0CBC-C546-956097EE7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690DA-40F2-17E1-1D6E-70F73F4C6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ACABD7-169C-C07A-2FB7-1BBB989DE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00BB2-1CDF-DBF0-D468-DC3E98C7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E4E95-C2D8-82AF-3FC2-376A2925C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52A0C-5321-DA8D-F291-72E8D069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29A4-E2B7-8C1F-5594-8C1F82AC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F40F0-3E22-1B50-E656-AFD71275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51450-D9BF-8440-1DE9-5E65C2E0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5F903-7823-8CD6-560C-5201BBEA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00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4502F-E7C0-48F2-FD3F-9781D66A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D79A3-FEA2-3947-9213-32E773A4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9B2AD-7D8E-5439-ABBE-5075EBC1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38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211F-A704-85C4-7173-9BF5FA2DF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407CA-BD6A-6EB2-A1C5-72C9A7159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98D37-B28D-D1C6-0DE2-8569709C1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592DB-5DEF-3A8C-E572-A4924DB2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F78F7-A10C-A543-553C-3AE672BF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0E6AA-3922-F510-0CE7-C05516F3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EDB7-AAE0-0A68-74F0-DA6040E7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A7B511-DD69-CB92-A4D2-CFE0B54A5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7D203-59F4-B76D-5A1B-A324892F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E5985-CBCA-1E5D-D437-2B025B32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3EF0D-B74C-F582-A4DD-EE6DFF75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B8CEE-C498-2E6D-99BB-1FA65F96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9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A015-7D49-5143-2812-4E92932C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EDB48-BAE1-0E7B-04F1-B471274D2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FC1D-CADB-74DF-29DB-7E0FE244F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A8A39-3029-BF0E-1183-0EE776DC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F2AB0-F453-0A4F-7024-1515D3E5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09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0461C2-B1F6-DDFA-412B-C5D0A196E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5BB0B-6C88-A698-686D-DD8755D4E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8142A-8561-4098-C105-06D7B4C0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9ADB-C716-6088-11A8-7262E8CE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6E771-F338-E8C6-9569-9B58FE71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1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BE97F-30AE-318B-3D07-4E03162D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6B1A1-50DE-FF34-5EF9-29EF8486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20EA-A881-F041-848C-CD367DE19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29DEB-1E10-4152-932F-2BA4185C2FE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BA7EC-352E-754C-4DFA-48525C9CB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0C0B-0282-B448-FEBC-36B99C8CF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59DC-BCD9-4807-9E1E-4C679412C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17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A5812-B37D-28A4-EEBA-3D11745F2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7" y="292263"/>
            <a:ext cx="2500132" cy="601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CAD5F0-1348-E298-DC4B-E0D4FE028873}"/>
              </a:ext>
            </a:extLst>
          </p:cNvPr>
          <p:cNvSpPr txBox="1"/>
          <p:nvPr/>
        </p:nvSpPr>
        <p:spPr>
          <a:xfrm>
            <a:off x="678566" y="1843950"/>
            <a:ext cx="612011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solidFill>
                  <a:srgbClr val="525A6B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Crisis Management</a:t>
            </a:r>
          </a:p>
          <a:p>
            <a:r>
              <a:rPr lang="en-IN" sz="3200" dirty="0">
                <a:solidFill>
                  <a:srgbClr val="525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Analytics Report</a:t>
            </a:r>
          </a:p>
          <a:p>
            <a:endParaRPr lang="en-IN" dirty="0">
              <a:solidFill>
                <a:srgbClr val="525A6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i="1" dirty="0">
                <a:solidFill>
                  <a:srgbClr val="525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November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50238-2271-A5FC-88FE-13DABD095C27}"/>
              </a:ext>
            </a:extLst>
          </p:cNvPr>
          <p:cNvSpPr txBox="1"/>
          <p:nvPr/>
        </p:nvSpPr>
        <p:spPr>
          <a:xfrm>
            <a:off x="678565" y="6411848"/>
            <a:ext cx="6120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525A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is for the Codebasics’ Resume Project Challenge #17</a:t>
            </a:r>
            <a:endParaRPr lang="en-IN" sz="1400" i="1" dirty="0">
              <a:solidFill>
                <a:srgbClr val="525A6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620CC-6817-3419-CFEF-8A537E9A2C1F}"/>
              </a:ext>
            </a:extLst>
          </p:cNvPr>
          <p:cNvSpPr txBox="1"/>
          <p:nvPr/>
        </p:nvSpPr>
        <p:spPr>
          <a:xfrm>
            <a:off x="1089660" y="7087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B2FBD4-B41F-B497-4AD4-240B19AC6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08240" y="1078065"/>
            <a:ext cx="4005194" cy="400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24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11AE6-E59C-A8AF-63E0-338F27FB9AD6}"/>
              </a:ext>
            </a:extLst>
          </p:cNvPr>
          <p:cNvSpPr txBox="1"/>
          <p:nvPr/>
        </p:nvSpPr>
        <p:spPr>
          <a:xfrm>
            <a:off x="355600" y="211836"/>
            <a:ext cx="4400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525A6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Presentation Flow: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6899300-3580-E2DC-9561-FC050AE6B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445526"/>
              </p:ext>
            </p:extLst>
          </p:nvPr>
        </p:nvGraphicFramePr>
        <p:xfrm>
          <a:off x="261700" y="1554803"/>
          <a:ext cx="11668599" cy="3748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929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4321ED-B50E-5DC3-076A-755A497F6E7F}"/>
              </a:ext>
            </a:extLst>
          </p:cNvPr>
          <p:cNvSpPr txBox="1"/>
          <p:nvPr/>
        </p:nvSpPr>
        <p:spPr>
          <a:xfrm>
            <a:off x="355600" y="211836"/>
            <a:ext cx="60673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525A6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</a:t>
            </a:r>
            <a:r>
              <a:rPr lang="en-IN" sz="3200" b="1" dirty="0">
                <a:solidFill>
                  <a:srgbClr val="525A6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bout Quick Bite Express: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C75D1-032C-4890-F320-D366BF4E4717}"/>
              </a:ext>
            </a:extLst>
          </p:cNvPr>
          <p:cNvSpPr txBox="1"/>
          <p:nvPr/>
        </p:nvSpPr>
        <p:spPr>
          <a:xfrm>
            <a:off x="355600" y="1162995"/>
            <a:ext cx="11480800" cy="468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50" b="1" dirty="0">
                <a:solidFill>
                  <a:srgbClr val="525A6B"/>
                </a:solidFill>
              </a:rPr>
              <a:t>QuickBite Express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a Bengaluru-based food-tech startup, established in 2020 that connects customers with local restaurants and cloud kitchens through its food delivery platform.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525A6B"/>
                </a:solidFill>
              </a:rPr>
              <a:t>Mid-2025 Operational Crisis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June 2025, they faced a major crisis that impacted operations and brand value.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viral social media incident involving food safety violations at partner restaurants, combined with a week-long delivery outage during the monsoon season, triggered massive customer backlash.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Competitors capitalized with aggressive campaigns, worsening the situation.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525A6B"/>
                </a:solidFill>
              </a:rPr>
              <a:t>Crisis impact on Business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large portion of active users disengaged within a short period.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Daily orders saw a sharp decline compared to earlier months.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satisfaction scores fell sharply, signaling trust issues.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Many partner restaurants shifted to competing platforms.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acquisition costs rose significantly. </a:t>
            </a:r>
          </a:p>
        </p:txBody>
      </p:sp>
    </p:spTree>
    <p:extLst>
      <p:ext uri="{BB962C8B-B14F-4D97-AF65-F5344CB8AC3E}">
        <p14:creationId xmlns:p14="http://schemas.microsoft.com/office/powerpoint/2010/main" val="143834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55117-CF71-9C0F-6481-FB2153AB984D}"/>
              </a:ext>
            </a:extLst>
          </p:cNvPr>
          <p:cNvSpPr txBox="1"/>
          <p:nvPr/>
        </p:nvSpPr>
        <p:spPr>
          <a:xfrm>
            <a:off x="89383" y="796611"/>
            <a:ext cx="11844116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IN" b="1" kern="100" dirty="0">
                <a:solidFill>
                  <a:srgbClr val="525A6B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A. Root Cause Analysis &amp; Quality Reinforcement</a:t>
            </a:r>
          </a:p>
          <a:p>
            <a:pPr marL="625475" lvl="1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Execute thorough food &amp; safety audits across the top 10 kitchens in each of the 8 cities to identify root causes of quality issues.</a:t>
            </a:r>
          </a:p>
          <a:p>
            <a:pPr marL="625475" lvl="1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Introduce a “</a:t>
            </a:r>
            <a:r>
              <a:rPr lang="en-IN" i="1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Quality Verified</a:t>
            </a: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” badge to partner restaurants meeting strict hygiene and safety standards.</a:t>
            </a:r>
          </a:p>
          <a:p>
            <a:pPr marL="625475" lvl="1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Launch “</a:t>
            </a:r>
            <a:r>
              <a:rPr lang="en-IN" i="1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 Heard You</a:t>
            </a: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” — a social media campaign acknowledging feedback and showcasing corrective measures.</a:t>
            </a:r>
          </a:p>
          <a:p>
            <a:pPr marL="625475" lvl="1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Roll out “</a:t>
            </a:r>
            <a:r>
              <a:rPr lang="en-IN" i="1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Quick Bhi, Quality Bhi</a:t>
            </a: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” — emphasizing fast yet quality assured delivery standards.</a:t>
            </a:r>
          </a:p>
          <a:p>
            <a:pPr algn="just">
              <a:buNone/>
            </a:pPr>
            <a:endParaRPr lang="en-IN" b="1" kern="100" dirty="0">
              <a:solidFill>
                <a:srgbClr val="525A6B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None/>
            </a:pPr>
            <a:r>
              <a:rPr lang="en-IN" b="1" kern="100" dirty="0">
                <a:solidFill>
                  <a:srgbClr val="525A6B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B. SLA Compliance &amp; Partner Performance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Introduce a new “Dispatch Time” metric to track kitchen efficiency and handover speed.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Enable real-time order tracking for customers and partners to increase transparency.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Deploy a Real-Time SLA Compliance Dashboard with performance-based bonuses for partners achieving defined SLA targets (Expected Delivery Time).</a:t>
            </a:r>
          </a:p>
          <a:p>
            <a:pPr algn="just">
              <a:buNone/>
            </a:pPr>
            <a:endParaRPr lang="en-IN" b="1" kern="100" dirty="0">
              <a:solidFill>
                <a:srgbClr val="525A6B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None/>
            </a:pPr>
            <a:r>
              <a:rPr lang="en-IN" b="1" kern="100" dirty="0">
                <a:solidFill>
                  <a:srgbClr val="525A6B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C. Customer Win-Back &amp; Retention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Use customer purchase history to send targeted push notifications and product recommendations to re-engage dormant users.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Introduce “Aur Quantity Bhi” weekend promos (numeric discounts or BOGOF offers) to drive weekend traffic.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Launch Reward Points for customers with more than three completed orders, redeemable for discounts.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Partner with regional food reviewers, lifestyle, and fitness creators to promote new offerings.</a:t>
            </a:r>
          </a:p>
          <a:p>
            <a:pPr marL="625475" lvl="0" indent="-342900" algn="just">
              <a:buFont typeface="+mj-lt"/>
              <a:buAutoNum type="arabicPeriod"/>
            </a:pPr>
            <a:r>
              <a:rPr lang="en-IN" kern="100" dirty="0">
                <a:solidFill>
                  <a:srgbClr val="525A6B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Fitness creators will spotlight our high-protein and vegan meal catalogue, positioning the brand as a healthier choice.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F2E43-BE27-8B04-E6BF-7BDA2E8CE893}"/>
              </a:ext>
            </a:extLst>
          </p:cNvPr>
          <p:cNvSpPr txBox="1"/>
          <p:nvPr/>
        </p:nvSpPr>
        <p:spPr>
          <a:xfrm>
            <a:off x="355600" y="211836"/>
            <a:ext cx="4479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525A6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Recommendations:</a:t>
            </a:r>
          </a:p>
        </p:txBody>
      </p:sp>
    </p:spTree>
    <p:extLst>
      <p:ext uri="{BB962C8B-B14F-4D97-AF65-F5344CB8AC3E}">
        <p14:creationId xmlns:p14="http://schemas.microsoft.com/office/powerpoint/2010/main" val="120944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8D689D-BA5C-E8D1-6C24-55BE30DF1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710388"/>
              </p:ext>
            </p:extLst>
          </p:nvPr>
        </p:nvGraphicFramePr>
        <p:xfrm>
          <a:off x="431961" y="1554803"/>
          <a:ext cx="11328078" cy="3748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C702F9-C659-D58E-1EC1-431FEDB43ED9}"/>
              </a:ext>
            </a:extLst>
          </p:cNvPr>
          <p:cNvSpPr txBox="1"/>
          <p:nvPr/>
        </p:nvSpPr>
        <p:spPr>
          <a:xfrm>
            <a:off x="355600" y="211836"/>
            <a:ext cx="7453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525A6B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45-Day Implementation Timeline</a:t>
            </a:r>
          </a:p>
        </p:txBody>
      </p:sp>
    </p:spTree>
    <p:extLst>
      <p:ext uri="{BB962C8B-B14F-4D97-AF65-F5344CB8AC3E}">
        <p14:creationId xmlns:p14="http://schemas.microsoft.com/office/powerpoint/2010/main" val="259269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124</TotalTime>
  <Words>649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Patil</dc:creator>
  <cp:lastModifiedBy>Gaurav Patil</cp:lastModifiedBy>
  <cp:revision>5</cp:revision>
  <dcterms:created xsi:type="dcterms:W3CDTF">2025-11-04T13:02:35Z</dcterms:created>
  <dcterms:modified xsi:type="dcterms:W3CDTF">2025-11-05T03:22:48Z</dcterms:modified>
</cp:coreProperties>
</file>